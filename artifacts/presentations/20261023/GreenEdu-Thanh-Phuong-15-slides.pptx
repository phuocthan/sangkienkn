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1325d45b9d404e" /><Relationship Type="http://schemas.openxmlformats.org/officeDocument/2006/relationships/extended-properties" Target="/docProps/app.xml" Id="Rb96e847a99bb44c2" /><Relationship Type="http://schemas.openxmlformats.org/officeDocument/2006/relationships/officeDocument" Target="/ppt/presentation.xml" Id="R1aa133337f5b4d6c" /></Relationships>
</file>

<file path=ppt/presentation.xml><?xml version="1.0" encoding="utf-8"?>
<p:presentation xmlns:p="http://schemas.openxmlformats.org/presentationml/2006/main">
  <p:sldMasterIdLst>
    <p:sldMasterId xmlns:r="http://schemas.openxmlformats.org/officeDocument/2006/relationships" id="2147483648" r:id="R2fb21168e78e4483"/>
  </p:sldMasterIdLst>
  <p:notesMasterIdLst>
    <p:notesMasterId xmlns:r="http://schemas.openxmlformats.org/officeDocument/2006/relationships" r:id="R978f2dff01b24fb0"/>
  </p:notesMasterIdLst>
  <p:sldIdLst>
    <p:sldId xmlns:r="http://schemas.openxmlformats.org/officeDocument/2006/relationships" id="256" r:id="R0a7b7772d3654fd3"/>
    <p:sldId xmlns:r="http://schemas.openxmlformats.org/officeDocument/2006/relationships" id="257" r:id="Rd70deb5911d74ad1"/>
    <p:sldId xmlns:r="http://schemas.openxmlformats.org/officeDocument/2006/relationships" id="258" r:id="R2bfcfb315e1a419c"/>
    <p:sldId xmlns:r="http://schemas.openxmlformats.org/officeDocument/2006/relationships" id="259" r:id="R7eb7035105304853"/>
    <p:sldId xmlns:r="http://schemas.openxmlformats.org/officeDocument/2006/relationships" id="260" r:id="R569fd22824324bb1"/>
    <p:sldId xmlns:r="http://schemas.openxmlformats.org/officeDocument/2006/relationships" id="261" r:id="R425791e635d64d58"/>
    <p:sldId xmlns:r="http://schemas.openxmlformats.org/officeDocument/2006/relationships" id="262" r:id="Rcbd2be0106254c04"/>
    <p:sldId xmlns:r="http://schemas.openxmlformats.org/officeDocument/2006/relationships" id="263" r:id="Rd77c2fdd09b24ad1"/>
    <p:sldId xmlns:r="http://schemas.openxmlformats.org/officeDocument/2006/relationships" id="264" r:id="Rc27ee89142bc4bf1"/>
    <p:sldId xmlns:r="http://schemas.openxmlformats.org/officeDocument/2006/relationships" id="265" r:id="R08e05f5d58cd45c8"/>
    <p:sldId xmlns:r="http://schemas.openxmlformats.org/officeDocument/2006/relationships" id="266" r:id="R8b434a9be47442bd"/>
    <p:sldId xmlns:r="http://schemas.openxmlformats.org/officeDocument/2006/relationships" id="267" r:id="R42bd9e0abd464641"/>
    <p:sldId xmlns:r="http://schemas.openxmlformats.org/officeDocument/2006/relationships" id="268" r:id="Re9f97614359148ad"/>
    <p:sldId xmlns:r="http://schemas.openxmlformats.org/officeDocument/2006/relationships" id="269" r:id="R8a46bc8eec1b4986"/>
    <p:sldId xmlns:r="http://schemas.openxmlformats.org/officeDocument/2006/relationships" id="270" r:id="Rf97500c456bd4e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202f49971d4db2" /><Relationship Type="http://schemas.openxmlformats.org/officeDocument/2006/relationships/slideMaster" Target="/ppt/slideMasters/slideMaster1.xml" Id="R2fb21168e78e4483" /><Relationship Type="http://schemas.openxmlformats.org/officeDocument/2006/relationships/notesMaster" Target="/ppt/notesMasters/notesMaster1.xml" Id="R978f2dff01b24fb0" /><Relationship Type="http://schemas.openxmlformats.org/officeDocument/2006/relationships/presProps" Target="/ppt/presProps.xml" Id="R231f1a36f87747d9" /><Relationship Type="http://schemas.openxmlformats.org/officeDocument/2006/relationships/tableStyles" Target="/ppt/tableStyles.xml" Id="R33c8abfaf6764887" /><Relationship Type="http://schemas.openxmlformats.org/officeDocument/2006/relationships/slide" Target="/ppt/slides/slide1.xml" Id="R0a7b7772d3654fd3" /><Relationship Type="http://schemas.openxmlformats.org/officeDocument/2006/relationships/slide" Target="/ppt/slides/slide2.xml" Id="Rd70deb5911d74ad1" /><Relationship Type="http://schemas.openxmlformats.org/officeDocument/2006/relationships/slide" Target="/ppt/slides/slide3.xml" Id="R2bfcfb315e1a419c" /><Relationship Type="http://schemas.openxmlformats.org/officeDocument/2006/relationships/slide" Target="/ppt/slides/slide4.xml" Id="R7eb7035105304853" /><Relationship Type="http://schemas.openxmlformats.org/officeDocument/2006/relationships/slide" Target="/ppt/slides/slide5.xml" Id="R569fd22824324bb1" /><Relationship Type="http://schemas.openxmlformats.org/officeDocument/2006/relationships/slide" Target="/ppt/slides/slide6.xml" Id="R425791e635d64d58" /><Relationship Type="http://schemas.openxmlformats.org/officeDocument/2006/relationships/slide" Target="/ppt/slides/slide7.xml" Id="Rcbd2be0106254c04" /><Relationship Type="http://schemas.openxmlformats.org/officeDocument/2006/relationships/slide" Target="/ppt/slides/slide8.xml" Id="Rd77c2fdd09b24ad1" /><Relationship Type="http://schemas.openxmlformats.org/officeDocument/2006/relationships/slide" Target="/ppt/slides/slide9.xml" Id="Rc27ee89142bc4bf1" /><Relationship Type="http://schemas.openxmlformats.org/officeDocument/2006/relationships/slide" Target="/ppt/slides/slide10.xml" Id="R08e05f5d58cd45c8" /><Relationship Type="http://schemas.openxmlformats.org/officeDocument/2006/relationships/slide" Target="/ppt/slides/slide11.xml" Id="R8b434a9be47442bd" /><Relationship Type="http://schemas.openxmlformats.org/officeDocument/2006/relationships/slide" Target="/ppt/slides/slide12.xml" Id="R42bd9e0abd464641" /><Relationship Type="http://schemas.openxmlformats.org/officeDocument/2006/relationships/slide" Target="/ppt/slides/slide13.xml" Id="Re9f97614359148ad" /><Relationship Type="http://schemas.openxmlformats.org/officeDocument/2006/relationships/slide" Target="/ppt/slides/slide14.xml" Id="R8a46bc8eec1b4986" /><Relationship Type="http://schemas.openxmlformats.org/officeDocument/2006/relationships/slide" Target="/ppt/slides/slide15.xml" Id="Rf97500c456bd4e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17c61e7c1f4f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aed64f9c5144cc" /><Relationship Type="http://schemas.openxmlformats.org/officeDocument/2006/relationships/notesMaster" Target="/ppt/notesMasters/notesMaster1.xml" Id="R1523f6bab6664e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31d741c8ce425c" /><Relationship Type="http://schemas.openxmlformats.org/officeDocument/2006/relationships/notesMaster" Target="/ppt/notesMasters/notesMaster1.xml" Id="R84e88f3be90945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c95e4e0ab94f0b" /><Relationship Type="http://schemas.openxmlformats.org/officeDocument/2006/relationships/notesMaster" Target="/ppt/notesMasters/notesMaster1.xml" Id="R51bd3b79fecf43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4cf0abbb3443dc" /><Relationship Type="http://schemas.openxmlformats.org/officeDocument/2006/relationships/notesMaster" Target="/ppt/notesMasters/notesMaster1.xml" Id="R268445a4f39a49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8e6e978a0b497d" /><Relationship Type="http://schemas.openxmlformats.org/officeDocument/2006/relationships/notesMaster" Target="/ppt/notesMasters/notesMaster1.xml" Id="R10cbad57866a41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590947e0314d56" /><Relationship Type="http://schemas.openxmlformats.org/officeDocument/2006/relationships/notesMaster" Target="/ppt/notesMasters/notesMaster1.xml" Id="Rca715ae5b14d4d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15f214cd14619" /><Relationship Type="http://schemas.openxmlformats.org/officeDocument/2006/relationships/notesMaster" Target="/ppt/notesMasters/notesMaster1.xml" Id="R4d518d547a7649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f982a5d3774dc5" /><Relationship Type="http://schemas.openxmlformats.org/officeDocument/2006/relationships/notesMaster" Target="/ppt/notesMasters/notesMaster1.xml" Id="R56fe0adf4e2c44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07b99346fe482b" /><Relationship Type="http://schemas.openxmlformats.org/officeDocument/2006/relationships/notesMaster" Target="/ppt/notesMasters/notesMaster1.xml" Id="R73edf2ffaa4349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e67acc533643de" /><Relationship Type="http://schemas.openxmlformats.org/officeDocument/2006/relationships/notesMaster" Target="/ppt/notesMasters/notesMaster1.xml" Id="Rc1b7cc8abb664f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376e7442fa404e" /><Relationship Type="http://schemas.openxmlformats.org/officeDocument/2006/relationships/notesMaster" Target="/ppt/notesMasters/notesMaster1.xml" Id="Re74463fd0eb140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41b006c1114edb" /><Relationship Type="http://schemas.openxmlformats.org/officeDocument/2006/relationships/notesMaster" Target="/ppt/notesMasters/notesMaster1.xml" Id="Rb3cda8df2b0d4a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a141002cbc4506" /><Relationship Type="http://schemas.openxmlformats.org/officeDocument/2006/relationships/notesMaster" Target="/ppt/notesMasters/notesMaster1.xml" Id="Rb6376fba12dc435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0c37f069ac44a5" /><Relationship Type="http://schemas.openxmlformats.org/officeDocument/2006/relationships/notesMaster" Target="/ppt/notesMasters/notesMaster1.xml" Id="R9927ae2df1d944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e719516c2142ab" /><Relationship Type="http://schemas.openxmlformats.org/officeDocument/2006/relationships/notesMaster" Target="/ppt/notesMasters/notesMaster1.xml" Id="R4b50292b2e0c42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ban giám khảo. GreenEdu xuất phát từ nhu cầu giúp học sinh duy trì tự học, chủ động sửa sai và hợp tác có trách nhiệm. Giáo viên xác định quy trình sư phạm, sử dụng AI hỗ trợ xây dựng nền tảng, rồi kiểm tra và điều chỉnh theo trải nghiệm thực tế.</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đi qua năm nội dung: nhu cầu của lớp học, ý tưởng khu vườn, các quy trình học tập và vai trò của AI, phản hồi khảo sát, sau cùng là trách nhiệm và định hướng phát triển. Trọng tâm là cách công nghệ phục vụ hoạt động học hằng ngày.</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lớp học, giáo viên cần hỗ trợ cả học sinh chưa vững kiến thức lẫn học sinh muốn tiến xa hơn. Nếu chỉ giao thêm bài, câu sai và đóng góp nhóm vẫn có thể bị bỏ quên. GreenEdu tổ chức lại quá trình luyện tập, sửa sai, nộp bài và phản hồi thành một hành trình có thể theo dõi.</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Khảo sát được thu thập chủ yếu từ hai lớp 11/2 và 11/6. Có 90 phản hồi hợp lệ về mặt nội dung, nhưng biểu mẫu không đủ thông tin để khẳng định đó là 90 học sinh khác nhau. Vì vậy, bài trình bày sử dụng đơn vị phản hồi, không suy ra quy mô người dùng duy nhất.</a:t>
            </a:r>
          </a:p>
          <a:p xmlns:a="http://schemas.openxmlformats.org/drawingml/2006/main">
            <a:r>
              <a:t/>
            </a:r>
          </a:p>
          <a:p xmlns:a="http://schemas.openxmlformats.org/drawingml/2006/main">
            <a:r>
              <a:t>NGUỒN: Tệp khảo sát người dùng cung cấp, 20–22/10/2026: 90 dòng có câu trả lời; 54 nhãn lớp 11/2, 35 nhãn 11/6 và 1 nhãn 11.0 chưa rõ.</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học sinh có một cây trong từng chương. Năm giai đoạn phát triển giúp biểu diễn quá trình học một cách gần gũi. Cây là cách ghi nhận nỗ lực và tạo động lực; mức cây không thay thế đánh giá năng lực. Học sinh vẫn cần làm bài, hiểu lỗi sai và tiếp tục rèn luyện.</a:t>
            </a:r>
          </a:p>
          <a:p xmlns:a="http://schemas.openxmlformats.org/drawingml/2006/main">
            <a:r>
              <a:t/>
            </a:r>
          </a:p>
          <a:p xmlns:a="http://schemas.openxmlformats.org/drawingml/2006/main">
            <a:r>
              <a:t>NGUỒN: Poster 2026 - Thanh Phương.pptx, hình năm giai đoạn; tài liệu thiết kế và quản lý lớp GreenEdu.</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Sổ tay sửa sai giúp học sinh tìm lại những câu đã làm sai và luyện lại. Quy trình này được tổ chức bằng quy tắc của hệ thống, không phải một gia sư AI tự chẩn đoán. Giáo viên kiểm tra chất lượng câu hỏi và lời giải để phản hồi có giá trị học tập.</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Giáo viên có thể bật hoạt động săn thưởng, với điều kiện tham gia theo quy định của lớp. Mục đích là ghi nhận sự cố gắng và việc sửa sai. Điểm thưởng cần được giáo viên xem xét. Luồng kiểm tra chính thức độc lập, không buộc học sinh phải đạt cấp cây trước khi dự thi.</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gian nhóm tập trung sản phẩm thay cho việc gửi rải rác qua nhiều kênh. Chức năng chia nhóm cân bằng về số lượng, không có nghĩa tự động cân bằng học lực. Mỗi thành viên có thể tham gia nộp tài liệu và liên kết; giáo viên theo dõi quá trình và hướng dẫn khi cần.</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Sản phẩm nhóm không kết thúc ở thao tác nộp bài. Sau giai đoạn này, học sinh có thể đặt câu hỏi và giải thích lựa chọn của nhóm. Giáo viên điều phối để phản hồi tập trung vào nội dung, tôn trọng người học và giúp các em hoàn thiện cách diễn đạt, lập luận.</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Giáo viên chuẩn bị đề từ ngân hàng hoặc tệp nhập, tổ chức kiểm tra theo thời gian quy định và xem kết quả. Các cơ chế theo dõi rời tab hay hết giờ hỗ trợ tổ chức đánh giá, nhưng không bảo đảm phát hiện mọi hành vi gian lận. Tài liệu và kết quả vẫn cần sự kiểm tra chuyên môn của giáo viên.</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của AI trong sản phẩm là hỗ trợ giáo viên hiện thực hóa ý tưởng và phát triển tài liệu, phần mềm. Giáo viên giữ vai trò thiết kế, kiểm tra và chịu trách nhiệm. Các chức năng chấm bài, cấp cây hay sổ tay đang vận hành bằng quy tắc lập trình; không mô tả chúng như gia sư AI tích hợp.</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90 phản hồi, 89 cho biết hiểu bài rõ hơn và 85 muốn tiếp tục sử dụng. Sổ tay sửa sai nhận 75 đánh giá ở mức bốn hoặc năm trên năm; hoạt động nhóm là 73, động lực cây là 71. Đây là cảm nhận tự báo cáo, chưa phải bằng chứng nhân quả hay kết quả đo điểm trước và sau.</a:t>
            </a:r>
          </a:p>
          <a:p xmlns:a="http://schemas.openxmlformats.org/drawingml/2006/main">
            <a:r>
              <a:t/>
            </a:r>
          </a:p>
          <a:p xmlns:a="http://schemas.openxmlformats.org/drawingml/2006/main">
            <a:r>
              <a:t>NGUỒN: KHẢO SÁT TRẢI NGHIỆM HỌC TẬP TRÊN GREENEDU (Câu trả lời).xlsx; chỉ tính 90 dòng không rỗng. Hiểu hơn:63 nhiều+26 chút; muốn dùng:52 rất muốn+33 muốn; sổ tay:58+17; nhóm:56+17; cây:54+17. Không khẳng định 90 người khác nhau.</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nhận xét cho thấy người học quan tâm đến việc hiểu lỗi sai và khả năng ôn lại sau giờ học. Đồng thời, phản hồi cũng chỉ ra khó khăn về nhập đáp án, nhận biết thời gian và công khai tỷ lệ chính xác. Đây là đầu vào để cải tiến, không chỉ là những lời khen dùng cho truyền thông.</a:t>
            </a:r>
          </a:p>
          <a:p xmlns:a="http://schemas.openxmlformats.org/drawingml/2006/main">
            <a:r>
              <a:t/>
            </a:r>
          </a:p>
          <a:p xmlns:a="http://schemas.openxmlformats.org/drawingml/2006/main">
            <a:r>
              <a:t>NGUỒN: Tệp khảo sát cung cấp, hai trích dẫn giữ nguyên nội dung, không nêu danh tính. Góp ý được tóm tắt từ câu hỏi mở.</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giúp giáo viên nhìn lại quá trình theo ngày, tuần và tháng, nhưng thời gian ghi nhận không tự động đồng nghĩa với mức độ tập trung hay hiểu bài. Cần kiểm soát quyền xem thông tin, cân nhắc góp ý về tỷ lệ đúng công khai và sử dụng chỉ số để hỗ trợ thay vì gắn nhãn học sinh.</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Bước tiếp theo là cải thiện trải nghiệm từ phản hồi thật, đo hiệu quả bằng dữ liệu trước và sau, rồi chuẩn hóa hướng dẫn để giáo viên khác có thể sử dụng. GreenEdu hướng tới một thói quen: mỗi ngày học một chút, hiểu thêm một chút và có trách nhiệm hơn với việc học của mình. Xin cảm ơn.</a:t>
            </a:r>
          </a:p>
          <a:p xmlns:a="http://schemas.openxmlformats.org/drawingml/2006/main">
            <a:r>
              <a:t/>
            </a:r>
          </a:p>
          <a:p xmlns:a="http://schemas.openxmlformats.org/drawingml/2006/main">
            <a:r>
              <a:t>NGUỒN: Ý tưởng slide thuyết trình.docx; mã và tài liệu dự án GreenEdu tại e0648c2.</a:t>
            </a:r>
          </a:p>
          <a:p xmlns:a="http://schemas.openxmlformats.org/drawingml/2006/main">
            <a:r>
              <a:t>Phân biệt chức năng đã có trong mã với trạng thái phát hành Railway; không coi minh họa là dữ liệu thực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0d087988094e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533062f22646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b453bb4be0427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46e4bbe50745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7ed89a3ea34b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7ce9db493947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29B08B-5932-42DC-80CF-816FEB6863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477271-F5B3-4F08-9D5C-BDE0EE8567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5956A8-CA24-498B-9E85-CCA9B50305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E2CEC6-5B4D-4A75-BC36-8A4562A25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63FFE5-7FDE-499F-97C9-D94F9744B2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5DB8A2-932F-470B-BC37-B83D273F60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11E2A3-FBAC-4222-AD73-FE0225AE0B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AA4551-BD5F-453D-81A8-8BD120590D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89D5D-2F94-405D-8F8B-AB07CC6F88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5FFDA0-D2F6-48D8-A6FB-8972FC899E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ed85a55a274a05" /><Relationship Type="http://schemas.openxmlformats.org/officeDocument/2006/relationships/slideLayout" Target="/ppt/slideLayouts/slideLayout1.xml" Id="R4c8d336d238d4772" /><Relationship Type="http://schemas.openxmlformats.org/officeDocument/2006/relationships/slideLayout" Target="/ppt/slideLayouts/slideLayout2.xml" Id="R958e3956fb46458d" /><Relationship Type="http://schemas.openxmlformats.org/officeDocument/2006/relationships/slideLayout" Target="/ppt/slideLayouts/slideLayout3.xml" Id="R58ea3e2d6d0442db" /><Relationship Type="http://schemas.openxmlformats.org/officeDocument/2006/relationships/slideLayout" Target="/ppt/slideLayouts/slideLayout4.xml" Id="Rf89943aad5634937" /><Relationship Type="http://schemas.openxmlformats.org/officeDocument/2006/relationships/slideLayout" Target="/ppt/slideLayouts/slideLayout5.xml" Id="R24a74f346a8d45d2" /><Relationship Type="http://schemas.openxmlformats.org/officeDocument/2006/relationships/slideLayout" Target="/ppt/slideLayouts/slideLayout6.xml" Id="R55f48b906f34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8d336d238d4772"/>
    <p:sldLayoutId xmlns:r="http://schemas.openxmlformats.org/officeDocument/2006/relationships" id="2147483650" r:id="R958e3956fb46458d"/>
    <p:sldLayoutId xmlns:r="http://schemas.openxmlformats.org/officeDocument/2006/relationships" id="2147483651" r:id="R58ea3e2d6d0442db"/>
    <p:sldLayoutId xmlns:r="http://schemas.openxmlformats.org/officeDocument/2006/relationships" id="2147483652" r:id="Rf89943aad5634937"/>
    <p:sldLayoutId xmlns:r="http://schemas.openxmlformats.org/officeDocument/2006/relationships" id="2147483653" r:id="R24a74f346a8d45d2"/>
    <p:sldLayoutId xmlns:r="http://schemas.openxmlformats.org/officeDocument/2006/relationships" id="2147483654" r:id="R55f48b906f34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276679d0e849dc" /><Relationship Type="http://schemas.openxmlformats.org/officeDocument/2006/relationships/image" Target="/ppt/media/image.png" Id="R4a87552c15c14ee0" /><Relationship Type="http://schemas.openxmlformats.org/officeDocument/2006/relationships/image" Target="/ppt/media/image2.png" Id="R73f6b3a355f14213" /><Relationship Type="http://schemas.openxmlformats.org/officeDocument/2006/relationships/notesSlide" Target="/ppt/notesSlides/notesSlide1.xml" Id="R3da95fbe30d849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28709238d14a0a" /><Relationship Type="http://schemas.openxmlformats.org/officeDocument/2006/relationships/notesSlide" Target="/ppt/notesSlides/notesSlide2.xml" Id="R4e2ab14568854a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5c69874687442c" /><Relationship Type="http://schemas.openxmlformats.org/officeDocument/2006/relationships/image" Target="/ppt/media/image3.png" Id="R4616bb06f0224a61" /><Relationship Type="http://schemas.openxmlformats.org/officeDocument/2006/relationships/notesSlide" Target="/ppt/notesSlides/notesSlide3.xml" Id="R95258af8c6474a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2235441cc8463a" /><Relationship Type="http://schemas.openxmlformats.org/officeDocument/2006/relationships/notesSlide" Target="/ppt/notesSlides/notesSlide4.xml" Id="Rede11239e01e48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8d093dc1664d57" /><Relationship Type="http://schemas.openxmlformats.org/officeDocument/2006/relationships/image" Target="/ppt/media/image.jpeg" Id="Rac9cf77ad91b4b00" /><Relationship Type="http://schemas.openxmlformats.org/officeDocument/2006/relationships/notesSlide" Target="/ppt/notesSlides/notesSlide5.xml" Id="R778f35dcb87c41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c03f2fe73641db" /><Relationship Type="http://schemas.openxmlformats.org/officeDocument/2006/relationships/image" Target="/ppt/media/image4.png" Id="R92f4c7a6abb649d9" /><Relationship Type="http://schemas.openxmlformats.org/officeDocument/2006/relationships/notesSlide" Target="/ppt/notesSlides/notesSlide6.xml" Id="Rb86d71f26d8149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517b00f840491d" /><Relationship Type="http://schemas.openxmlformats.org/officeDocument/2006/relationships/notesSlide" Target="/ppt/notesSlides/notesSlide7.xml" Id="R89850f1f9a0d40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035007451b4a1f" /><Relationship Type="http://schemas.openxmlformats.org/officeDocument/2006/relationships/image" Target="/ppt/media/image5.png" Id="R97860db4e8434ce5" /><Relationship Type="http://schemas.openxmlformats.org/officeDocument/2006/relationships/notesSlide" Target="/ppt/notesSlides/notesSlide8.xml" Id="R486a4b2740cd44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a23fea61454815" /><Relationship Type="http://schemas.openxmlformats.org/officeDocument/2006/relationships/notesSlide" Target="/ppt/notesSlides/notesSlide9.xml" Id="R4b1f46f9a4154c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8835000e28b42ce" /><Relationship Type="http://schemas.openxmlformats.org/officeDocument/2006/relationships/image" Target="/ppt/media/image6.png" Id="R004b54dabc264a3e" /><Relationship Type="http://schemas.openxmlformats.org/officeDocument/2006/relationships/notesSlide" Target="/ppt/notesSlides/notesSlide10.xml" Id="Re24cf845892f48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0bdeb10f4bc4763" /><Relationship Type="http://schemas.openxmlformats.org/officeDocument/2006/relationships/notesSlide" Target="/ppt/notesSlides/notesSlide11.xml" Id="R43f9be853f2542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f8ffc870b904cc4" /><Relationship Type="http://schemas.openxmlformats.org/officeDocument/2006/relationships/chart" Target="/ppt/slides/charts/chart1.xml" Id="Rd04c7c6d46b84916" /><Relationship Type="http://schemas.openxmlformats.org/officeDocument/2006/relationships/notesSlide" Target="/ppt/notesSlides/notesSlide12.xml" Id="R12b3001c23094e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e2edf388554f0e" /><Relationship Type="http://schemas.openxmlformats.org/officeDocument/2006/relationships/notesSlide" Target="/ppt/notesSlides/notesSlide13.xml" Id="Rd136e16dac1b40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7fdca2084f24d24" /><Relationship Type="http://schemas.openxmlformats.org/officeDocument/2006/relationships/notesSlide" Target="/ppt/notesSlides/notesSlide14.xml" Id="R75c6db789b434b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cfdb9fb48748dc" /><Relationship Type="http://schemas.openxmlformats.org/officeDocument/2006/relationships/image" Target="/ppt/media/image7.png" Id="Rfb2de0bee92d40ae" /><Relationship Type="http://schemas.openxmlformats.org/officeDocument/2006/relationships/notesSlide" Target="/ppt/notesSlides/notesSlide15.xml" Id="R27de7a5e626f4039" /></Relationships>
</file>

<file path=ppt/slides/charts/chart1.xml><?xml version="1.0" encoding="utf-8"?>
<c:chartSpace xmlns:c="http://schemas.openxmlformats.org/drawingml/2006/chart">
  <c:lang val="en-US"/>
  <c:chart>
    <c:plotArea>
      <c:barChart>
        <c:barDir val="col"/>
        <c:grouping val="clustered"/>
        <c:varyColors val="0"/>
        <c:ser>
          <c:idx val="0"/>
          <c:order val="0"/>
          <c:tx>
            <c:v>Số phản hồi mức 4–5/5</c:v>
          </c:tx>
          <c:spPr>
            <a:solidFill xmlns:a="http://schemas.openxmlformats.org/drawingml/2006/main">
              <a:srgbClr val="2C6C4F"/>
            </a:solidFill>
          </c:spPr>
          <c:invertIfNegative val="0"/>
          <c:cat>
            <c:strLit>
              <c:ptCount val="3"/>
              <c:pt idx="0">
                <c:v>Sổ tay sửa sai</c:v>
              </c:pt>
              <c:pt idx="1">
                <c:v>Hợp tác nhóm</c:v>
              </c:pt>
              <c:pt idx="2">
                <c:v>Động lực cây</c:v>
              </c:pt>
            </c:strLit>
          </c:cat>
          <c:val>
            <c:numLit>
              <c:formatCode>General</c:formatCode>
              <c:ptCount val="3"/>
              <c:pt idx="0">
                <c:v>75</c:v>
              </c:pt>
              <c:pt idx="1">
                <c:v>73</c:v>
              </c:pt>
              <c:pt idx="2">
                <c:v>71</c:v>
              </c:pt>
            </c:numLit>
          </c:val>
        </c:ser>
        <c:dLbls>
          <c:txPr>
            <a:bodyPr xmlns:a="http://schemas.openxmlformats.org/drawingml/2006/main" anchorCtr="1"/>
            <a:lstStyle xmlns:a="http://schemas.openxmlformats.org/drawingml/2006/main"/>
            <a:p xmlns:a="http://schemas.openxmlformats.org/drawingml/2006/main">
              <a:pPr>
                <a:defRPr sz="1650" b="1"/>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72768"/>
      </c:catAx>
      <c:valAx>
        <c:axId val="48672768"/>
        <c:scaling>
          <c:orientation val="minMax"/>
          <c:max val="9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defRPr>
            </a:pPr>
          </a:p>
        </c:txPr>
        <c:crossAx val="48650112"/>
        <c:crossBetween val="between"/>
        <c:majorUnit val="30"/>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FEDAEE6-86F1-4226-BAA2-32D8FA05F102}"/>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9616493-1548-4B72-AF30-26CDF299A20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E693432-1077-497D-ABC6-7F640454DC0F}"/>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7D91FCA6-8BCA-4B34-8845-12DECC26431A}"/>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01 / 15</a:t>
            </a:r>
          </a:p>
        </p:txBody>
      </p:sp>
      <p:pic>
        <p:nvPicPr>
          <p:cNvPr id="6" name="">
            <a:extLst xmlns:a="http://schemas.openxmlformats.org/drawingml/2006/main">
              <a:ext uri="{FF2B5EF4-FFF2-40B4-BE49-F238E27FC236}">
                <a16:creationId xmlns:a16="http://schemas.microsoft.com/office/drawing/2014/main" id="{40C77773-5036-4FA8-A644-780A2FA0F603}"/>
              </a:ext>
            </a:extLst>
          </p:cNvPr>
          <p:cNvPicPr>
            <a:picLocks xmlns:a="http://schemas.openxmlformats.org/drawingml/2006/main" noChangeAspect="1"/>
          </p:cNvPicPr>
          <p:nvPr/>
        </p:nvPicPr>
        <p:blipFill>
          <a:blip xmlns:r="http://schemas.openxmlformats.org/officeDocument/2006/relationships" xmlns:a="http://schemas.openxmlformats.org/drawingml/2006/main" r:embed="R4a87552c15c14ee0"/>
          <a:stretch xmlns:a="http://schemas.openxmlformats.org/drawingml/2006/main"/>
        </p:blipFill>
        <p:spPr>
          <a:xfrm xmlns:a="http://schemas.openxmlformats.org/drawingml/2006/main">
            <a:off x="814164" y="0"/>
            <a:ext cx="10563672" cy="19240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617B318-4F87-49B3-92F0-9A4B2A94BDBD}"/>
              </a:ext>
            </a:extLst>
          </p:cNvPr>
          <p:cNvSpPr>
            <a:spLocks xmlns:a="http://schemas.openxmlformats.org/drawingml/2006/main" noGrp="1"/>
          </p:cNvSpPr>
          <p:nvPr/>
        </p:nvSpPr>
        <p:spPr>
          <a:xfrm xmlns:a="http://schemas.openxmlformats.org/drawingml/2006/main">
            <a:off x="609600" y="2190750"/>
            <a:ext cx="742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3F35"/>
                </a:solidFill>
              </a:defRPr>
            </a:defPPr>
            <a:lvl1pPr>
              <a:defRPr sz="5700" b="1">
                <a:solidFill>
                  <a:srgbClr val="173F35"/>
                </a:solidFill>
              </a:defRPr>
            </a:lvl1pPr>
            <a:lvl2pPr>
              <a:defRPr sz="5700" b="1">
                <a:solidFill>
                  <a:srgbClr val="173F35"/>
                </a:solidFill>
              </a:defRPr>
            </a:lvl2pPr>
            <a:lvl3pPr>
              <a:defRPr sz="5700" b="1">
                <a:solidFill>
                  <a:srgbClr val="173F35"/>
                </a:solidFill>
              </a:defRPr>
            </a:lvl3pPr>
            <a:lvl4pPr>
              <a:defRPr sz="5700" b="1">
                <a:solidFill>
                  <a:srgbClr val="173F35"/>
                </a:solidFill>
              </a:defRPr>
            </a:lvl4pPr>
            <a:lvl5pPr>
              <a:defRPr sz="5700" b="1">
                <a:solidFill>
                  <a:srgbClr val="173F35"/>
                </a:solidFill>
              </a:defRPr>
            </a:lvl5pPr>
            <a:lvl6pPr>
              <a:defRPr sz="5700" b="1">
                <a:solidFill>
                  <a:srgbClr val="173F35"/>
                </a:solidFill>
              </a:defRPr>
            </a:lvl6pPr>
            <a:lvl7pPr>
              <a:defRPr sz="5700" b="1">
                <a:solidFill>
                  <a:srgbClr val="173F35"/>
                </a:solidFill>
              </a:defRPr>
            </a:lvl7pPr>
            <a:lvl8pPr>
              <a:defRPr sz="5700" b="1">
                <a:solidFill>
                  <a:srgbClr val="173F35"/>
                </a:solidFill>
              </a:defRPr>
            </a:lvl8pPr>
            <a:lvl9pPr>
              <a:defRPr sz="5700" b="1">
                <a:solidFill>
                  <a:srgbClr val="173F35"/>
                </a:solidFill>
              </a:defRPr>
            </a:lvl9pPr>
          </a:lstStyle>
          <a:p xmlns:a="http://schemas.openxmlformats.org/drawingml/2006/main">
            <a:pPr>
              <a:defRPr sz="5700" b="1">
                <a:solidFill>
                  <a:srgbClr val="173F35"/>
                </a:solidFill>
              </a:defRPr>
            </a:pPr>
            <a:r>
              <a:rPr sz="5700" b="1">
                <a:solidFill>
                  <a:srgbClr val="173F35"/>
                </a:solidFill>
              </a:rPr>
              <a:t>GREENEDU</a:t>
            </a:r>
          </a:p>
        </p:txBody>
      </p:sp>
      <p:sp>
        <p:nvSpPr>
          <p:cNvPr id="8" name="">
            <a:extLst xmlns:a="http://schemas.openxmlformats.org/drawingml/2006/main">
              <a:ext uri="{FF2B5EF4-FFF2-40B4-BE49-F238E27FC236}">
                <a16:creationId xmlns:a16="http://schemas.microsoft.com/office/drawing/2014/main" id="{02945AE3-B6E4-45FE-A552-38A03D1E76AD}"/>
              </a:ext>
            </a:extLst>
          </p:cNvPr>
          <p:cNvSpPr>
            <a:spLocks xmlns:a="http://schemas.openxmlformats.org/drawingml/2006/main" noGrp="1"/>
          </p:cNvSpPr>
          <p:nvPr/>
        </p:nvSpPr>
        <p:spPr>
          <a:xfrm xmlns:a="http://schemas.openxmlformats.org/drawingml/2006/main">
            <a:off x="609600" y="319087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73F35"/>
                </a:solidFill>
              </a:defRPr>
            </a:defPPr>
            <a:lvl1pPr>
              <a:defRPr sz="2775" b="1">
                <a:solidFill>
                  <a:srgbClr val="173F35"/>
                </a:solidFill>
              </a:defRPr>
            </a:lvl1pPr>
            <a:lvl2pPr>
              <a:defRPr sz="2775" b="1">
                <a:solidFill>
                  <a:srgbClr val="173F35"/>
                </a:solidFill>
              </a:defRPr>
            </a:lvl2pPr>
            <a:lvl3pPr>
              <a:defRPr sz="2775" b="1">
                <a:solidFill>
                  <a:srgbClr val="173F35"/>
                </a:solidFill>
              </a:defRPr>
            </a:lvl3pPr>
            <a:lvl4pPr>
              <a:defRPr sz="2775" b="1">
                <a:solidFill>
                  <a:srgbClr val="173F35"/>
                </a:solidFill>
              </a:defRPr>
            </a:lvl4pPr>
            <a:lvl5pPr>
              <a:defRPr sz="2775" b="1">
                <a:solidFill>
                  <a:srgbClr val="173F35"/>
                </a:solidFill>
              </a:defRPr>
            </a:lvl5pPr>
            <a:lvl6pPr>
              <a:defRPr sz="2775" b="1">
                <a:solidFill>
                  <a:srgbClr val="173F35"/>
                </a:solidFill>
              </a:defRPr>
            </a:lvl6pPr>
            <a:lvl7pPr>
              <a:defRPr sz="2775" b="1">
                <a:solidFill>
                  <a:srgbClr val="173F35"/>
                </a:solidFill>
              </a:defRPr>
            </a:lvl7pPr>
            <a:lvl8pPr>
              <a:defRPr sz="2775" b="1">
                <a:solidFill>
                  <a:srgbClr val="173F35"/>
                </a:solidFill>
              </a:defRPr>
            </a:lvl8pPr>
            <a:lvl9pPr>
              <a:defRPr sz="2775" b="1">
                <a:solidFill>
                  <a:srgbClr val="173F35"/>
                </a:solidFill>
              </a:defRPr>
            </a:lvl9pPr>
          </a:lstStyle>
          <a:p xmlns:a="http://schemas.openxmlformats.org/drawingml/2006/main">
            <a:pPr>
              <a:defRPr sz="2775" b="1">
                <a:solidFill>
                  <a:srgbClr val="173F35"/>
                </a:solidFill>
              </a:defRPr>
            </a:pPr>
            <a:r>
              <a:rPr sz="2775" b="1">
                <a:solidFill>
                  <a:srgbClr val="173F35"/>
                </a:solidFill>
              </a:rPr>
              <a:t>Nền tảng lớp học số</a:t>
            </a:r>
          </a:p>
          <a:p xmlns:a="http://schemas.openxmlformats.org/drawingml/2006/main">
            <a:pPr>
              <a:defRPr sz="2775" b="1">
                <a:solidFill>
                  <a:srgbClr val="173F35"/>
                </a:solidFill>
              </a:defRPr>
            </a:pPr>
            <a:r>
              <a:rPr sz="2775" b="1">
                <a:solidFill>
                  <a:srgbClr val="173F35"/>
                </a:solidFill>
              </a:rPr>
              <a:t>được kiến tạo với sự hỗ trợ của AI</a:t>
            </a:r>
          </a:p>
        </p:txBody>
      </p:sp>
      <p:sp>
        <p:nvSpPr>
          <p:cNvPr id="9" name="">
            <a:extLst xmlns:a="http://schemas.openxmlformats.org/drawingml/2006/main">
              <a:ext uri="{FF2B5EF4-FFF2-40B4-BE49-F238E27FC236}">
                <a16:creationId xmlns:a16="http://schemas.microsoft.com/office/drawing/2014/main" id="{D11B89E4-74EE-45FB-922F-6E629B748502}"/>
              </a:ext>
            </a:extLst>
          </p:cNvPr>
          <p:cNvSpPr>
            <a:spLocks xmlns:a="http://schemas.openxmlformats.org/drawingml/2006/main" noGrp="1"/>
          </p:cNvSpPr>
          <p:nvPr/>
        </p:nvSpPr>
        <p:spPr>
          <a:xfrm xmlns:a="http://schemas.openxmlformats.org/drawingml/2006/main">
            <a:off x="609600" y="4467225"/>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46C"/>
                </a:solidFill>
              </a:defRPr>
            </a:defPPr>
            <a:lvl1pPr>
              <a:defRPr sz="1950" b="0">
                <a:solidFill>
                  <a:srgbClr val="64746C"/>
                </a:solidFill>
              </a:defRPr>
            </a:lvl1pPr>
            <a:lvl2pPr>
              <a:defRPr sz="1950" b="0">
                <a:solidFill>
                  <a:srgbClr val="64746C"/>
                </a:solidFill>
              </a:defRPr>
            </a:lvl2pPr>
            <a:lvl3pPr>
              <a:defRPr sz="1950" b="0">
                <a:solidFill>
                  <a:srgbClr val="64746C"/>
                </a:solidFill>
              </a:defRPr>
            </a:lvl3pPr>
            <a:lvl4pPr>
              <a:defRPr sz="1950" b="0">
                <a:solidFill>
                  <a:srgbClr val="64746C"/>
                </a:solidFill>
              </a:defRPr>
            </a:lvl4pPr>
            <a:lvl5pPr>
              <a:defRPr sz="1950" b="0">
                <a:solidFill>
                  <a:srgbClr val="64746C"/>
                </a:solidFill>
              </a:defRPr>
            </a:lvl5pPr>
            <a:lvl6pPr>
              <a:defRPr sz="1950" b="0">
                <a:solidFill>
                  <a:srgbClr val="64746C"/>
                </a:solidFill>
              </a:defRPr>
            </a:lvl6pPr>
            <a:lvl7pPr>
              <a:defRPr sz="1950" b="0">
                <a:solidFill>
                  <a:srgbClr val="64746C"/>
                </a:solidFill>
              </a:defRPr>
            </a:lvl7pPr>
            <a:lvl8pPr>
              <a:defRPr sz="1950" b="0">
                <a:solidFill>
                  <a:srgbClr val="64746C"/>
                </a:solidFill>
              </a:defRPr>
            </a:lvl8pPr>
            <a:lvl9pPr>
              <a:defRPr sz="1950" b="0">
                <a:solidFill>
                  <a:srgbClr val="64746C"/>
                </a:solidFill>
              </a:defRPr>
            </a:lvl9pPr>
          </a:lstStyle>
          <a:p xmlns:a="http://schemas.openxmlformats.org/drawingml/2006/main">
            <a:pPr>
              <a:defRPr sz="1950" b="0">
                <a:solidFill>
                  <a:srgbClr val="64746C"/>
                </a:solidFill>
              </a:defRPr>
            </a:pPr>
            <a:r>
              <a:rPr sz="1950" b="0">
                <a:solidFill>
                  <a:srgbClr val="64746C"/>
                </a:solidFill>
              </a:rPr>
              <a:t>Cá nhân hóa tự học · Thúc đẩy hợp tác nhóm</a:t>
            </a:r>
          </a:p>
        </p:txBody>
      </p:sp>
      <p:sp>
        <p:nvSpPr>
          <p:cNvPr id="10" name="">
            <a:extLst xmlns:a="http://schemas.openxmlformats.org/drawingml/2006/main">
              <a:ext uri="{FF2B5EF4-FFF2-40B4-BE49-F238E27FC236}">
                <a16:creationId xmlns:a16="http://schemas.microsoft.com/office/drawing/2014/main" id="{2EA627EA-3EB1-4EC2-8B2A-6B56C0D26BF1}"/>
              </a:ext>
            </a:extLst>
          </p:cNvPr>
          <p:cNvSpPr>
            <a:spLocks xmlns:a="http://schemas.openxmlformats.org/drawingml/2006/main" noGrp="1"/>
          </p:cNvSpPr>
          <p:nvPr/>
        </p:nvSpPr>
        <p:spPr>
          <a:xfrm xmlns:a="http://schemas.openxmlformats.org/drawingml/2006/main">
            <a:off x="609600" y="5429250"/>
            <a:ext cx="7429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F35"/>
                </a:solidFill>
              </a:defRPr>
            </a:defPPr>
            <a:lvl1pPr>
              <a:defRPr sz="1725" b="1">
                <a:solidFill>
                  <a:srgbClr val="173F35"/>
                </a:solidFill>
              </a:defRPr>
            </a:lvl1pPr>
            <a:lvl2pPr>
              <a:defRPr sz="1725" b="1">
                <a:solidFill>
                  <a:srgbClr val="173F35"/>
                </a:solidFill>
              </a:defRPr>
            </a:lvl2pPr>
            <a:lvl3pPr>
              <a:defRPr sz="1725" b="1">
                <a:solidFill>
                  <a:srgbClr val="173F35"/>
                </a:solidFill>
              </a:defRPr>
            </a:lvl3pPr>
            <a:lvl4pPr>
              <a:defRPr sz="1725" b="1">
                <a:solidFill>
                  <a:srgbClr val="173F35"/>
                </a:solidFill>
              </a:defRPr>
            </a:lvl4pPr>
            <a:lvl5pPr>
              <a:defRPr sz="1725" b="1">
                <a:solidFill>
                  <a:srgbClr val="173F35"/>
                </a:solidFill>
              </a:defRPr>
            </a:lvl5pPr>
            <a:lvl6pPr>
              <a:defRPr sz="1725" b="1">
                <a:solidFill>
                  <a:srgbClr val="173F35"/>
                </a:solidFill>
              </a:defRPr>
            </a:lvl6pPr>
            <a:lvl7pPr>
              <a:defRPr sz="1725" b="1">
                <a:solidFill>
                  <a:srgbClr val="173F35"/>
                </a:solidFill>
              </a:defRPr>
            </a:lvl7pPr>
            <a:lvl8pPr>
              <a:defRPr sz="1725" b="1">
                <a:solidFill>
                  <a:srgbClr val="173F35"/>
                </a:solidFill>
              </a:defRPr>
            </a:lvl8pPr>
            <a:lvl9pPr>
              <a:defRPr sz="1725" b="1">
                <a:solidFill>
                  <a:srgbClr val="173F35"/>
                </a:solidFill>
              </a:defRPr>
            </a:lvl9pPr>
          </a:lstStyle>
          <a:p xmlns:a="http://schemas.openxmlformats.org/drawingml/2006/main">
            <a:pPr>
              <a:defRPr sz="1725" b="1">
                <a:solidFill>
                  <a:srgbClr val="173F35"/>
                </a:solidFill>
              </a:defRPr>
            </a:pPr>
            <a:r>
              <a:rPr sz="1725" b="1">
                <a:solidFill>
                  <a:srgbClr val="173F35"/>
                </a:solidFill>
              </a:rPr>
              <a:t>Nguyễn Thị Thanh Phương</a:t>
            </a:r>
          </a:p>
          <a:p xmlns:a="http://schemas.openxmlformats.org/drawingml/2006/main">
            <a:pPr>
              <a:defRPr sz="1725" b="1">
                <a:solidFill>
                  <a:srgbClr val="173F35"/>
                </a:solidFill>
              </a:defRPr>
            </a:pPr>
            <a:r>
              <a:rPr sz="1725" b="1">
                <a:solidFill>
                  <a:srgbClr val="173F35"/>
                </a:solidFill>
              </a:rPr>
              <a:t>Trường THPT Nguyễn Khuyến · Đà Nẵng</a:t>
            </a:r>
          </a:p>
        </p:txBody>
      </p:sp>
      <p:pic>
        <p:nvPicPr>
          <p:cNvPr id="11" name="">
            <a:extLst xmlns:a="http://schemas.openxmlformats.org/drawingml/2006/main">
              <a:ext uri="{FF2B5EF4-FFF2-40B4-BE49-F238E27FC236}">
                <a16:creationId xmlns:a16="http://schemas.microsoft.com/office/drawing/2014/main" id="{0ED374F9-0D22-41B1-B63C-DD08CD126D79}"/>
              </a:ext>
            </a:extLst>
          </p:cNvPr>
          <p:cNvPicPr>
            <a:picLocks xmlns:a="http://schemas.openxmlformats.org/drawingml/2006/main" noChangeAspect="1"/>
          </p:cNvPicPr>
          <p:nvPr/>
        </p:nvPicPr>
        <p:blipFill>
          <a:blip xmlns:r="http://schemas.openxmlformats.org/officeDocument/2006/relationships" xmlns:a="http://schemas.openxmlformats.org/drawingml/2006/main" r:embed="R73f6b3a355f14213"/>
          <a:stretch xmlns:a="http://schemas.openxmlformats.org/drawingml/2006/main"/>
        </p:blipFill>
        <p:spPr>
          <a:xfrm xmlns:a="http://schemas.openxmlformats.org/drawingml/2006/main">
            <a:off x="8096250" y="2944813"/>
            <a:ext cx="3381375" cy="2254250"/>
          </a:xfrm>
          <a:prstGeom xmlns:a="http://schemas.openxmlformats.org/drawingml/2006/main" prst="rect">
            <a:avLst/>
          </a:prstGeom>
        </p:spPr>
      </p:pic>
    </p:spTree>
    <p:extLst>
      <p:ext uri="{BB962C8B-B14F-4D97-AF65-F5344CB8AC3E}">
        <p14:creationId xmlns:p14="http://schemas.microsoft.com/office/powerpoint/2010/main" val="469591778"/>
      </p:ext>
    </p:extLst>
  </p:cSld>
</p:sld>
</file>

<file path=ppt/slides/slide2.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5EB40CF-49DF-4D39-8CEE-16B3DA6F2077}"/>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NỘI DUNG TRÌNH BÀY</a:t>
            </a:r>
          </a:p>
        </p:txBody>
      </p:sp>
      <p:sp>
        <p:nvSpPr>
          <p:cNvPr id="3" name="">
            <a:extLst xmlns:a="http://schemas.openxmlformats.org/drawingml/2006/main">
              <a:ext uri="{FF2B5EF4-FFF2-40B4-BE49-F238E27FC236}">
                <a16:creationId xmlns:a16="http://schemas.microsoft.com/office/drawing/2014/main" id="{2FD4C17D-CDBC-43A8-9788-E97140EB5925}"/>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Từ nhu cầu lớp học đến minh chứng sử dụng</a:t>
            </a:r>
          </a:p>
        </p:txBody>
      </p:sp>
      <p:sp>
        <p:nvSpPr>
          <p:cNvPr id="4" name="">
            <a:extLst xmlns:a="http://schemas.openxmlformats.org/drawingml/2006/main">
              <a:ext uri="{FF2B5EF4-FFF2-40B4-BE49-F238E27FC236}">
                <a16:creationId xmlns:a16="http://schemas.microsoft.com/office/drawing/2014/main" id="{6020C5D8-97F3-4245-89EA-F0614B45828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1BE819F3-B188-4E8F-9E8C-3E24BB36F652}"/>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02 / 15</a:t>
            </a:r>
          </a:p>
        </p:txBody>
      </p:sp>
      <p:sp>
        <p:nvSpPr>
          <p:cNvPr id="6" name="">
            <a:extLst xmlns:a="http://schemas.openxmlformats.org/drawingml/2006/main">
              <a:ext uri="{FF2B5EF4-FFF2-40B4-BE49-F238E27FC236}">
                <a16:creationId xmlns:a16="http://schemas.microsoft.com/office/drawing/2014/main" id="{E9B74277-9FFA-461A-AF3C-BD2585D2A625}"/>
              </a:ext>
            </a:extLst>
          </p:cNvPr>
          <p:cNvSpPr>
            <a:spLocks xmlns:a="http://schemas.openxmlformats.org/drawingml/2006/main" noGrp="1"/>
          </p:cNvSpPr>
          <p:nvPr/>
        </p:nvSpPr>
        <p:spPr>
          <a:xfrm xmlns:a="http://schemas.openxmlformats.org/drawingml/2006/main">
            <a:off x="762000" y="2076450"/>
            <a:ext cx="61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27B29"/>
                </a:solidFill>
              </a:defRPr>
            </a:defPPr>
            <a:lvl1pPr>
              <a:defRPr sz="2325" b="1">
                <a:solidFill>
                  <a:srgbClr val="B27B29"/>
                </a:solidFill>
              </a:defRPr>
            </a:lvl1pPr>
            <a:lvl2pPr>
              <a:defRPr sz="2325" b="1">
                <a:solidFill>
                  <a:srgbClr val="B27B29"/>
                </a:solidFill>
              </a:defRPr>
            </a:lvl2pPr>
            <a:lvl3pPr>
              <a:defRPr sz="2325" b="1">
                <a:solidFill>
                  <a:srgbClr val="B27B29"/>
                </a:solidFill>
              </a:defRPr>
            </a:lvl3pPr>
            <a:lvl4pPr>
              <a:defRPr sz="2325" b="1">
                <a:solidFill>
                  <a:srgbClr val="B27B29"/>
                </a:solidFill>
              </a:defRPr>
            </a:lvl4pPr>
            <a:lvl5pPr>
              <a:defRPr sz="2325" b="1">
                <a:solidFill>
                  <a:srgbClr val="B27B29"/>
                </a:solidFill>
              </a:defRPr>
            </a:lvl5pPr>
            <a:lvl6pPr>
              <a:defRPr sz="2325" b="1">
                <a:solidFill>
                  <a:srgbClr val="B27B29"/>
                </a:solidFill>
              </a:defRPr>
            </a:lvl6pPr>
            <a:lvl7pPr>
              <a:defRPr sz="2325" b="1">
                <a:solidFill>
                  <a:srgbClr val="B27B29"/>
                </a:solidFill>
              </a:defRPr>
            </a:lvl7pPr>
            <a:lvl8pPr>
              <a:defRPr sz="2325" b="1">
                <a:solidFill>
                  <a:srgbClr val="B27B29"/>
                </a:solidFill>
              </a:defRPr>
            </a:lvl8pPr>
            <a:lvl9pPr>
              <a:defRPr sz="2325" b="1">
                <a:solidFill>
                  <a:srgbClr val="B27B29"/>
                </a:solidFill>
              </a:defRPr>
            </a:lvl9pPr>
          </a:lstStyle>
          <a:p xmlns:a="http://schemas.openxmlformats.org/drawingml/2006/main">
            <a:pPr>
              <a:defRPr sz="2325" b="1">
                <a:solidFill>
                  <a:srgbClr val="B27B29"/>
                </a:solidFill>
              </a:defRPr>
            </a:pPr>
            <a:r>
              <a:rPr sz="2325" b="1">
                <a:solidFill>
                  <a:srgbClr val="B27B29"/>
                </a:solidFill>
              </a:rPr>
              <a:t>01</a:t>
            </a:r>
          </a:p>
        </p:txBody>
      </p:sp>
      <p:sp>
        <p:nvSpPr>
          <p:cNvPr id="7" name="">
            <a:extLst xmlns:a="http://schemas.openxmlformats.org/drawingml/2006/main">
              <a:ext uri="{FF2B5EF4-FFF2-40B4-BE49-F238E27FC236}">
                <a16:creationId xmlns:a16="http://schemas.microsoft.com/office/drawing/2014/main" id="{B2A01DE0-CDBE-49F9-87AA-34766F324C43}"/>
              </a:ext>
            </a:extLst>
          </p:cNvPr>
          <p:cNvSpPr>
            <a:spLocks xmlns:a="http://schemas.openxmlformats.org/drawingml/2006/main" noGrp="1"/>
          </p:cNvSpPr>
          <p:nvPr/>
        </p:nvSpPr>
        <p:spPr>
          <a:xfrm xmlns:a="http://schemas.openxmlformats.org/drawingml/2006/main">
            <a:off x="1619250" y="2076450"/>
            <a:ext cx="971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F35"/>
                </a:solidFill>
              </a:defRPr>
            </a:defPPr>
            <a:lvl1pPr>
              <a:defRPr sz="2325" b="1">
                <a:solidFill>
                  <a:srgbClr val="173F35"/>
                </a:solidFill>
              </a:defRPr>
            </a:lvl1pPr>
            <a:lvl2pPr>
              <a:defRPr sz="2325" b="1">
                <a:solidFill>
                  <a:srgbClr val="173F35"/>
                </a:solidFill>
              </a:defRPr>
            </a:lvl2pPr>
            <a:lvl3pPr>
              <a:defRPr sz="2325" b="1">
                <a:solidFill>
                  <a:srgbClr val="173F35"/>
                </a:solidFill>
              </a:defRPr>
            </a:lvl3pPr>
            <a:lvl4pPr>
              <a:defRPr sz="2325" b="1">
                <a:solidFill>
                  <a:srgbClr val="173F35"/>
                </a:solidFill>
              </a:defRPr>
            </a:lvl4pPr>
            <a:lvl5pPr>
              <a:defRPr sz="2325" b="1">
                <a:solidFill>
                  <a:srgbClr val="173F35"/>
                </a:solidFill>
              </a:defRPr>
            </a:lvl5pPr>
            <a:lvl6pPr>
              <a:defRPr sz="2325" b="1">
                <a:solidFill>
                  <a:srgbClr val="173F35"/>
                </a:solidFill>
              </a:defRPr>
            </a:lvl6pPr>
            <a:lvl7pPr>
              <a:defRPr sz="2325" b="1">
                <a:solidFill>
                  <a:srgbClr val="173F35"/>
                </a:solidFill>
              </a:defRPr>
            </a:lvl7pPr>
            <a:lvl8pPr>
              <a:defRPr sz="2325" b="1">
                <a:solidFill>
                  <a:srgbClr val="173F35"/>
                </a:solidFill>
              </a:defRPr>
            </a:lvl8pPr>
            <a:lvl9pPr>
              <a:defRPr sz="2325" b="1">
                <a:solidFill>
                  <a:srgbClr val="173F35"/>
                </a:solidFill>
              </a:defRPr>
            </a:lvl9pPr>
          </a:lstStyle>
          <a:p xmlns:a="http://schemas.openxmlformats.org/drawingml/2006/main">
            <a:pPr>
              <a:defRPr sz="2325" b="1">
                <a:solidFill>
                  <a:srgbClr val="173F35"/>
                </a:solidFill>
              </a:defRPr>
            </a:pPr>
            <a:r>
              <a:rPr sz="2325" b="1">
                <a:solidFill>
                  <a:srgbClr val="173F35"/>
                </a:solidFill>
              </a:rPr>
              <a:t>Nhu cầu và người học</a:t>
            </a:r>
          </a:p>
        </p:txBody>
      </p:sp>
      <p:sp>
        <p:nvSpPr>
          <p:cNvPr id="8" name="">
            <a:extLst xmlns:a="http://schemas.openxmlformats.org/drawingml/2006/main">
              <a:ext uri="{FF2B5EF4-FFF2-40B4-BE49-F238E27FC236}">
                <a16:creationId xmlns:a16="http://schemas.microsoft.com/office/drawing/2014/main" id="{C9143B8F-FC9C-44C7-B7D2-9D920DF0A764}"/>
              </a:ext>
            </a:extLst>
          </p:cNvPr>
          <p:cNvSpPr>
            <a:spLocks xmlns:a="http://schemas.openxmlformats.org/drawingml/2006/main" noGrp="1"/>
          </p:cNvSpPr>
          <p:nvPr/>
        </p:nvSpPr>
        <p:spPr>
          <a:xfrm xmlns:a="http://schemas.openxmlformats.org/drawingml/2006/main">
            <a:off x="762000" y="2828925"/>
            <a:ext cx="61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27B29"/>
                </a:solidFill>
              </a:defRPr>
            </a:defPPr>
            <a:lvl1pPr>
              <a:defRPr sz="2325" b="1">
                <a:solidFill>
                  <a:srgbClr val="B27B29"/>
                </a:solidFill>
              </a:defRPr>
            </a:lvl1pPr>
            <a:lvl2pPr>
              <a:defRPr sz="2325" b="1">
                <a:solidFill>
                  <a:srgbClr val="B27B29"/>
                </a:solidFill>
              </a:defRPr>
            </a:lvl2pPr>
            <a:lvl3pPr>
              <a:defRPr sz="2325" b="1">
                <a:solidFill>
                  <a:srgbClr val="B27B29"/>
                </a:solidFill>
              </a:defRPr>
            </a:lvl3pPr>
            <a:lvl4pPr>
              <a:defRPr sz="2325" b="1">
                <a:solidFill>
                  <a:srgbClr val="B27B29"/>
                </a:solidFill>
              </a:defRPr>
            </a:lvl4pPr>
            <a:lvl5pPr>
              <a:defRPr sz="2325" b="1">
                <a:solidFill>
                  <a:srgbClr val="B27B29"/>
                </a:solidFill>
              </a:defRPr>
            </a:lvl5pPr>
            <a:lvl6pPr>
              <a:defRPr sz="2325" b="1">
                <a:solidFill>
                  <a:srgbClr val="B27B29"/>
                </a:solidFill>
              </a:defRPr>
            </a:lvl6pPr>
            <a:lvl7pPr>
              <a:defRPr sz="2325" b="1">
                <a:solidFill>
                  <a:srgbClr val="B27B29"/>
                </a:solidFill>
              </a:defRPr>
            </a:lvl7pPr>
            <a:lvl8pPr>
              <a:defRPr sz="2325" b="1">
                <a:solidFill>
                  <a:srgbClr val="B27B29"/>
                </a:solidFill>
              </a:defRPr>
            </a:lvl8pPr>
            <a:lvl9pPr>
              <a:defRPr sz="2325" b="1">
                <a:solidFill>
                  <a:srgbClr val="B27B29"/>
                </a:solidFill>
              </a:defRPr>
            </a:lvl9pPr>
          </a:lstStyle>
          <a:p xmlns:a="http://schemas.openxmlformats.org/drawingml/2006/main">
            <a:pPr>
              <a:defRPr sz="2325" b="1">
                <a:solidFill>
                  <a:srgbClr val="B27B29"/>
                </a:solidFill>
              </a:defRPr>
            </a:pPr>
            <a:r>
              <a:rPr sz="2325" b="1">
                <a:solidFill>
                  <a:srgbClr val="B27B29"/>
                </a:solidFill>
              </a:rPr>
              <a:t>02</a:t>
            </a:r>
          </a:p>
        </p:txBody>
      </p:sp>
      <p:sp>
        <p:nvSpPr>
          <p:cNvPr id="9" name="">
            <a:extLst xmlns:a="http://schemas.openxmlformats.org/drawingml/2006/main">
              <a:ext uri="{FF2B5EF4-FFF2-40B4-BE49-F238E27FC236}">
                <a16:creationId xmlns:a16="http://schemas.microsoft.com/office/drawing/2014/main" id="{762E1A4A-F6FE-4515-8077-7EC1EE0B910A}"/>
              </a:ext>
            </a:extLst>
          </p:cNvPr>
          <p:cNvSpPr>
            <a:spLocks xmlns:a="http://schemas.openxmlformats.org/drawingml/2006/main" noGrp="1"/>
          </p:cNvSpPr>
          <p:nvPr/>
        </p:nvSpPr>
        <p:spPr>
          <a:xfrm xmlns:a="http://schemas.openxmlformats.org/drawingml/2006/main">
            <a:off x="1619250" y="2828925"/>
            <a:ext cx="971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F35"/>
                </a:solidFill>
              </a:defRPr>
            </a:defPPr>
            <a:lvl1pPr>
              <a:defRPr sz="2325" b="0">
                <a:solidFill>
                  <a:srgbClr val="173F35"/>
                </a:solidFill>
              </a:defRPr>
            </a:lvl1pPr>
            <a:lvl2pPr>
              <a:defRPr sz="2325" b="0">
                <a:solidFill>
                  <a:srgbClr val="173F35"/>
                </a:solidFill>
              </a:defRPr>
            </a:lvl2pPr>
            <a:lvl3pPr>
              <a:defRPr sz="2325" b="0">
                <a:solidFill>
                  <a:srgbClr val="173F35"/>
                </a:solidFill>
              </a:defRPr>
            </a:lvl3pPr>
            <a:lvl4pPr>
              <a:defRPr sz="2325" b="0">
                <a:solidFill>
                  <a:srgbClr val="173F35"/>
                </a:solidFill>
              </a:defRPr>
            </a:lvl4pPr>
            <a:lvl5pPr>
              <a:defRPr sz="2325" b="0">
                <a:solidFill>
                  <a:srgbClr val="173F35"/>
                </a:solidFill>
              </a:defRPr>
            </a:lvl5pPr>
            <a:lvl6pPr>
              <a:defRPr sz="2325" b="0">
                <a:solidFill>
                  <a:srgbClr val="173F35"/>
                </a:solidFill>
              </a:defRPr>
            </a:lvl6pPr>
            <a:lvl7pPr>
              <a:defRPr sz="2325" b="0">
                <a:solidFill>
                  <a:srgbClr val="173F35"/>
                </a:solidFill>
              </a:defRPr>
            </a:lvl7pPr>
            <a:lvl8pPr>
              <a:defRPr sz="2325" b="0">
                <a:solidFill>
                  <a:srgbClr val="173F35"/>
                </a:solidFill>
              </a:defRPr>
            </a:lvl8pPr>
            <a:lvl9pPr>
              <a:defRPr sz="2325" b="0">
                <a:solidFill>
                  <a:srgbClr val="173F35"/>
                </a:solidFill>
              </a:defRPr>
            </a:lvl9pPr>
          </a:lstStyle>
          <a:p xmlns:a="http://schemas.openxmlformats.org/drawingml/2006/main">
            <a:pPr>
              <a:defRPr sz="2325" b="0">
                <a:solidFill>
                  <a:srgbClr val="173F35"/>
                </a:solidFill>
              </a:defRPr>
            </a:pPr>
            <a:r>
              <a:rPr sz="2325" b="0">
                <a:solidFill>
                  <a:srgbClr val="173F35"/>
                </a:solidFill>
              </a:rPr>
              <a:t>Ý tưởng khu vườn học tập</a:t>
            </a:r>
          </a:p>
        </p:txBody>
      </p:sp>
      <p:sp>
        <p:nvSpPr>
          <p:cNvPr id="10" name="">
            <a:extLst xmlns:a="http://schemas.openxmlformats.org/drawingml/2006/main">
              <a:ext uri="{FF2B5EF4-FFF2-40B4-BE49-F238E27FC236}">
                <a16:creationId xmlns:a16="http://schemas.microsoft.com/office/drawing/2014/main" id="{6B433CE3-311F-4C1E-8DE0-C4DC6E254604}"/>
              </a:ext>
            </a:extLst>
          </p:cNvPr>
          <p:cNvSpPr>
            <a:spLocks xmlns:a="http://schemas.openxmlformats.org/drawingml/2006/main" noGrp="1"/>
          </p:cNvSpPr>
          <p:nvPr/>
        </p:nvSpPr>
        <p:spPr>
          <a:xfrm xmlns:a="http://schemas.openxmlformats.org/drawingml/2006/main">
            <a:off x="762000" y="3581400"/>
            <a:ext cx="61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27B29"/>
                </a:solidFill>
              </a:defRPr>
            </a:defPPr>
            <a:lvl1pPr>
              <a:defRPr sz="2325" b="1">
                <a:solidFill>
                  <a:srgbClr val="B27B29"/>
                </a:solidFill>
              </a:defRPr>
            </a:lvl1pPr>
            <a:lvl2pPr>
              <a:defRPr sz="2325" b="1">
                <a:solidFill>
                  <a:srgbClr val="B27B29"/>
                </a:solidFill>
              </a:defRPr>
            </a:lvl2pPr>
            <a:lvl3pPr>
              <a:defRPr sz="2325" b="1">
                <a:solidFill>
                  <a:srgbClr val="B27B29"/>
                </a:solidFill>
              </a:defRPr>
            </a:lvl3pPr>
            <a:lvl4pPr>
              <a:defRPr sz="2325" b="1">
                <a:solidFill>
                  <a:srgbClr val="B27B29"/>
                </a:solidFill>
              </a:defRPr>
            </a:lvl4pPr>
            <a:lvl5pPr>
              <a:defRPr sz="2325" b="1">
                <a:solidFill>
                  <a:srgbClr val="B27B29"/>
                </a:solidFill>
              </a:defRPr>
            </a:lvl5pPr>
            <a:lvl6pPr>
              <a:defRPr sz="2325" b="1">
                <a:solidFill>
                  <a:srgbClr val="B27B29"/>
                </a:solidFill>
              </a:defRPr>
            </a:lvl6pPr>
            <a:lvl7pPr>
              <a:defRPr sz="2325" b="1">
                <a:solidFill>
                  <a:srgbClr val="B27B29"/>
                </a:solidFill>
              </a:defRPr>
            </a:lvl7pPr>
            <a:lvl8pPr>
              <a:defRPr sz="2325" b="1">
                <a:solidFill>
                  <a:srgbClr val="B27B29"/>
                </a:solidFill>
              </a:defRPr>
            </a:lvl8pPr>
            <a:lvl9pPr>
              <a:defRPr sz="2325" b="1">
                <a:solidFill>
                  <a:srgbClr val="B27B29"/>
                </a:solidFill>
              </a:defRPr>
            </a:lvl9pPr>
          </a:lstStyle>
          <a:p xmlns:a="http://schemas.openxmlformats.org/drawingml/2006/main">
            <a:pPr>
              <a:defRPr sz="2325" b="1">
                <a:solidFill>
                  <a:srgbClr val="B27B29"/>
                </a:solidFill>
              </a:defRPr>
            </a:pPr>
            <a:r>
              <a:rPr sz="2325" b="1">
                <a:solidFill>
                  <a:srgbClr val="B27B29"/>
                </a:solidFill>
              </a:rPr>
              <a:t>03</a:t>
            </a:r>
          </a:p>
        </p:txBody>
      </p:sp>
      <p:sp>
        <p:nvSpPr>
          <p:cNvPr id="11" name="">
            <a:extLst xmlns:a="http://schemas.openxmlformats.org/drawingml/2006/main">
              <a:ext uri="{FF2B5EF4-FFF2-40B4-BE49-F238E27FC236}">
                <a16:creationId xmlns:a16="http://schemas.microsoft.com/office/drawing/2014/main" id="{7FB31404-374A-4E84-A714-2F4DD2ED1871}"/>
              </a:ext>
            </a:extLst>
          </p:cNvPr>
          <p:cNvSpPr>
            <a:spLocks xmlns:a="http://schemas.openxmlformats.org/drawingml/2006/main" noGrp="1"/>
          </p:cNvSpPr>
          <p:nvPr/>
        </p:nvSpPr>
        <p:spPr>
          <a:xfrm xmlns:a="http://schemas.openxmlformats.org/drawingml/2006/main">
            <a:off x="1619250" y="3581400"/>
            <a:ext cx="971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F35"/>
                </a:solidFill>
              </a:defRPr>
            </a:defPPr>
            <a:lvl1pPr>
              <a:defRPr sz="2325" b="0">
                <a:solidFill>
                  <a:srgbClr val="173F35"/>
                </a:solidFill>
              </a:defRPr>
            </a:lvl1pPr>
            <a:lvl2pPr>
              <a:defRPr sz="2325" b="0">
                <a:solidFill>
                  <a:srgbClr val="173F35"/>
                </a:solidFill>
              </a:defRPr>
            </a:lvl2pPr>
            <a:lvl3pPr>
              <a:defRPr sz="2325" b="0">
                <a:solidFill>
                  <a:srgbClr val="173F35"/>
                </a:solidFill>
              </a:defRPr>
            </a:lvl3pPr>
            <a:lvl4pPr>
              <a:defRPr sz="2325" b="0">
                <a:solidFill>
                  <a:srgbClr val="173F35"/>
                </a:solidFill>
              </a:defRPr>
            </a:lvl4pPr>
            <a:lvl5pPr>
              <a:defRPr sz="2325" b="0">
                <a:solidFill>
                  <a:srgbClr val="173F35"/>
                </a:solidFill>
              </a:defRPr>
            </a:lvl5pPr>
            <a:lvl6pPr>
              <a:defRPr sz="2325" b="0">
                <a:solidFill>
                  <a:srgbClr val="173F35"/>
                </a:solidFill>
              </a:defRPr>
            </a:lvl6pPr>
            <a:lvl7pPr>
              <a:defRPr sz="2325" b="0">
                <a:solidFill>
                  <a:srgbClr val="173F35"/>
                </a:solidFill>
              </a:defRPr>
            </a:lvl7pPr>
            <a:lvl8pPr>
              <a:defRPr sz="2325" b="0">
                <a:solidFill>
                  <a:srgbClr val="173F35"/>
                </a:solidFill>
              </a:defRPr>
            </a:lvl8pPr>
            <a:lvl9pPr>
              <a:defRPr sz="2325" b="0">
                <a:solidFill>
                  <a:srgbClr val="173F35"/>
                </a:solidFill>
              </a:defRPr>
            </a:lvl9pPr>
          </a:lstStyle>
          <a:p xmlns:a="http://schemas.openxmlformats.org/drawingml/2006/main">
            <a:pPr>
              <a:defRPr sz="2325" b="0">
                <a:solidFill>
                  <a:srgbClr val="173F35"/>
                </a:solidFill>
              </a:defRPr>
            </a:pPr>
            <a:r>
              <a:rPr sz="2325" b="0">
                <a:solidFill>
                  <a:srgbClr val="173F35"/>
                </a:solidFill>
              </a:rPr>
              <a:t>Quy trình học và vai trò AI</a:t>
            </a:r>
          </a:p>
        </p:txBody>
      </p:sp>
      <p:sp>
        <p:nvSpPr>
          <p:cNvPr id="12" name="">
            <a:extLst xmlns:a="http://schemas.openxmlformats.org/drawingml/2006/main">
              <a:ext uri="{FF2B5EF4-FFF2-40B4-BE49-F238E27FC236}">
                <a16:creationId xmlns:a16="http://schemas.microsoft.com/office/drawing/2014/main" id="{79FADB21-36AE-469E-96B4-36E570B37192}"/>
              </a:ext>
            </a:extLst>
          </p:cNvPr>
          <p:cNvSpPr>
            <a:spLocks xmlns:a="http://schemas.openxmlformats.org/drawingml/2006/main" noGrp="1"/>
          </p:cNvSpPr>
          <p:nvPr/>
        </p:nvSpPr>
        <p:spPr>
          <a:xfrm xmlns:a="http://schemas.openxmlformats.org/drawingml/2006/main">
            <a:off x="762000" y="4333875"/>
            <a:ext cx="61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27B29"/>
                </a:solidFill>
              </a:defRPr>
            </a:defPPr>
            <a:lvl1pPr>
              <a:defRPr sz="2325" b="1">
                <a:solidFill>
                  <a:srgbClr val="B27B29"/>
                </a:solidFill>
              </a:defRPr>
            </a:lvl1pPr>
            <a:lvl2pPr>
              <a:defRPr sz="2325" b="1">
                <a:solidFill>
                  <a:srgbClr val="B27B29"/>
                </a:solidFill>
              </a:defRPr>
            </a:lvl2pPr>
            <a:lvl3pPr>
              <a:defRPr sz="2325" b="1">
                <a:solidFill>
                  <a:srgbClr val="B27B29"/>
                </a:solidFill>
              </a:defRPr>
            </a:lvl3pPr>
            <a:lvl4pPr>
              <a:defRPr sz="2325" b="1">
                <a:solidFill>
                  <a:srgbClr val="B27B29"/>
                </a:solidFill>
              </a:defRPr>
            </a:lvl4pPr>
            <a:lvl5pPr>
              <a:defRPr sz="2325" b="1">
                <a:solidFill>
                  <a:srgbClr val="B27B29"/>
                </a:solidFill>
              </a:defRPr>
            </a:lvl5pPr>
            <a:lvl6pPr>
              <a:defRPr sz="2325" b="1">
                <a:solidFill>
                  <a:srgbClr val="B27B29"/>
                </a:solidFill>
              </a:defRPr>
            </a:lvl6pPr>
            <a:lvl7pPr>
              <a:defRPr sz="2325" b="1">
                <a:solidFill>
                  <a:srgbClr val="B27B29"/>
                </a:solidFill>
              </a:defRPr>
            </a:lvl7pPr>
            <a:lvl8pPr>
              <a:defRPr sz="2325" b="1">
                <a:solidFill>
                  <a:srgbClr val="B27B29"/>
                </a:solidFill>
              </a:defRPr>
            </a:lvl8pPr>
            <a:lvl9pPr>
              <a:defRPr sz="2325" b="1">
                <a:solidFill>
                  <a:srgbClr val="B27B29"/>
                </a:solidFill>
              </a:defRPr>
            </a:lvl9pPr>
          </a:lstStyle>
          <a:p xmlns:a="http://schemas.openxmlformats.org/drawingml/2006/main">
            <a:pPr>
              <a:defRPr sz="2325" b="1">
                <a:solidFill>
                  <a:srgbClr val="B27B29"/>
                </a:solidFill>
              </a:defRPr>
            </a:pPr>
            <a:r>
              <a:rPr sz="2325" b="1">
                <a:solidFill>
                  <a:srgbClr val="B27B29"/>
                </a:solidFill>
              </a:rPr>
              <a:t>04</a:t>
            </a:r>
          </a:p>
        </p:txBody>
      </p:sp>
      <p:sp>
        <p:nvSpPr>
          <p:cNvPr id="13" name="">
            <a:extLst xmlns:a="http://schemas.openxmlformats.org/drawingml/2006/main">
              <a:ext uri="{FF2B5EF4-FFF2-40B4-BE49-F238E27FC236}">
                <a16:creationId xmlns:a16="http://schemas.microsoft.com/office/drawing/2014/main" id="{A7B8FF18-9AF7-4B2D-9735-5FBAFF59E88F}"/>
              </a:ext>
            </a:extLst>
          </p:cNvPr>
          <p:cNvSpPr>
            <a:spLocks xmlns:a="http://schemas.openxmlformats.org/drawingml/2006/main" noGrp="1"/>
          </p:cNvSpPr>
          <p:nvPr/>
        </p:nvSpPr>
        <p:spPr>
          <a:xfrm xmlns:a="http://schemas.openxmlformats.org/drawingml/2006/main">
            <a:off x="1619250" y="4333875"/>
            <a:ext cx="971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F35"/>
                </a:solidFill>
              </a:defRPr>
            </a:defPPr>
            <a:lvl1pPr>
              <a:defRPr sz="2325" b="0">
                <a:solidFill>
                  <a:srgbClr val="173F35"/>
                </a:solidFill>
              </a:defRPr>
            </a:lvl1pPr>
            <a:lvl2pPr>
              <a:defRPr sz="2325" b="0">
                <a:solidFill>
                  <a:srgbClr val="173F35"/>
                </a:solidFill>
              </a:defRPr>
            </a:lvl2pPr>
            <a:lvl3pPr>
              <a:defRPr sz="2325" b="0">
                <a:solidFill>
                  <a:srgbClr val="173F35"/>
                </a:solidFill>
              </a:defRPr>
            </a:lvl3pPr>
            <a:lvl4pPr>
              <a:defRPr sz="2325" b="0">
                <a:solidFill>
                  <a:srgbClr val="173F35"/>
                </a:solidFill>
              </a:defRPr>
            </a:lvl4pPr>
            <a:lvl5pPr>
              <a:defRPr sz="2325" b="0">
                <a:solidFill>
                  <a:srgbClr val="173F35"/>
                </a:solidFill>
              </a:defRPr>
            </a:lvl5pPr>
            <a:lvl6pPr>
              <a:defRPr sz="2325" b="0">
                <a:solidFill>
                  <a:srgbClr val="173F35"/>
                </a:solidFill>
              </a:defRPr>
            </a:lvl6pPr>
            <a:lvl7pPr>
              <a:defRPr sz="2325" b="0">
                <a:solidFill>
                  <a:srgbClr val="173F35"/>
                </a:solidFill>
              </a:defRPr>
            </a:lvl7pPr>
            <a:lvl8pPr>
              <a:defRPr sz="2325" b="0">
                <a:solidFill>
                  <a:srgbClr val="173F35"/>
                </a:solidFill>
              </a:defRPr>
            </a:lvl8pPr>
            <a:lvl9pPr>
              <a:defRPr sz="2325" b="0">
                <a:solidFill>
                  <a:srgbClr val="173F35"/>
                </a:solidFill>
              </a:defRPr>
            </a:lvl9pPr>
          </a:lstStyle>
          <a:p xmlns:a="http://schemas.openxmlformats.org/drawingml/2006/main">
            <a:pPr>
              <a:defRPr sz="2325" b="0">
                <a:solidFill>
                  <a:srgbClr val="173F35"/>
                </a:solidFill>
              </a:defRPr>
            </a:pPr>
            <a:r>
              <a:rPr sz="2325" b="0">
                <a:solidFill>
                  <a:srgbClr val="173F35"/>
                </a:solidFill>
              </a:rPr>
              <a:t>Phản hồi từ trải nghiệm thực tế</a:t>
            </a:r>
          </a:p>
        </p:txBody>
      </p:sp>
      <p:sp>
        <p:nvSpPr>
          <p:cNvPr id="14" name="">
            <a:extLst xmlns:a="http://schemas.openxmlformats.org/drawingml/2006/main">
              <a:ext uri="{FF2B5EF4-FFF2-40B4-BE49-F238E27FC236}">
                <a16:creationId xmlns:a16="http://schemas.microsoft.com/office/drawing/2014/main" id="{C1E6F8DD-368E-4331-8760-ECC38B30DCC8}"/>
              </a:ext>
            </a:extLst>
          </p:cNvPr>
          <p:cNvSpPr>
            <a:spLocks xmlns:a="http://schemas.openxmlformats.org/drawingml/2006/main" noGrp="1"/>
          </p:cNvSpPr>
          <p:nvPr/>
        </p:nvSpPr>
        <p:spPr>
          <a:xfrm xmlns:a="http://schemas.openxmlformats.org/drawingml/2006/main">
            <a:off x="762000" y="5086350"/>
            <a:ext cx="61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B27B29"/>
                </a:solidFill>
              </a:defRPr>
            </a:defPPr>
            <a:lvl1pPr>
              <a:defRPr sz="2325" b="1">
                <a:solidFill>
                  <a:srgbClr val="B27B29"/>
                </a:solidFill>
              </a:defRPr>
            </a:lvl1pPr>
            <a:lvl2pPr>
              <a:defRPr sz="2325" b="1">
                <a:solidFill>
                  <a:srgbClr val="B27B29"/>
                </a:solidFill>
              </a:defRPr>
            </a:lvl2pPr>
            <a:lvl3pPr>
              <a:defRPr sz="2325" b="1">
                <a:solidFill>
                  <a:srgbClr val="B27B29"/>
                </a:solidFill>
              </a:defRPr>
            </a:lvl3pPr>
            <a:lvl4pPr>
              <a:defRPr sz="2325" b="1">
                <a:solidFill>
                  <a:srgbClr val="B27B29"/>
                </a:solidFill>
              </a:defRPr>
            </a:lvl4pPr>
            <a:lvl5pPr>
              <a:defRPr sz="2325" b="1">
                <a:solidFill>
                  <a:srgbClr val="B27B29"/>
                </a:solidFill>
              </a:defRPr>
            </a:lvl5pPr>
            <a:lvl6pPr>
              <a:defRPr sz="2325" b="1">
                <a:solidFill>
                  <a:srgbClr val="B27B29"/>
                </a:solidFill>
              </a:defRPr>
            </a:lvl6pPr>
            <a:lvl7pPr>
              <a:defRPr sz="2325" b="1">
                <a:solidFill>
                  <a:srgbClr val="B27B29"/>
                </a:solidFill>
              </a:defRPr>
            </a:lvl7pPr>
            <a:lvl8pPr>
              <a:defRPr sz="2325" b="1">
                <a:solidFill>
                  <a:srgbClr val="B27B29"/>
                </a:solidFill>
              </a:defRPr>
            </a:lvl8pPr>
            <a:lvl9pPr>
              <a:defRPr sz="2325" b="1">
                <a:solidFill>
                  <a:srgbClr val="B27B29"/>
                </a:solidFill>
              </a:defRPr>
            </a:lvl9pPr>
          </a:lstStyle>
          <a:p xmlns:a="http://schemas.openxmlformats.org/drawingml/2006/main">
            <a:pPr>
              <a:defRPr sz="2325" b="1">
                <a:solidFill>
                  <a:srgbClr val="B27B29"/>
                </a:solidFill>
              </a:defRPr>
            </a:pPr>
            <a:r>
              <a:rPr sz="2325" b="1">
                <a:solidFill>
                  <a:srgbClr val="B27B29"/>
                </a:solidFill>
              </a:rPr>
              <a:t>05</a:t>
            </a:r>
          </a:p>
        </p:txBody>
      </p:sp>
      <p:sp>
        <p:nvSpPr>
          <p:cNvPr id="15" name="">
            <a:extLst xmlns:a="http://schemas.openxmlformats.org/drawingml/2006/main">
              <a:ext uri="{FF2B5EF4-FFF2-40B4-BE49-F238E27FC236}">
                <a16:creationId xmlns:a16="http://schemas.microsoft.com/office/drawing/2014/main" id="{36412511-B254-4DFF-B56F-378DEFB948B5}"/>
              </a:ext>
            </a:extLst>
          </p:cNvPr>
          <p:cNvSpPr>
            <a:spLocks xmlns:a="http://schemas.openxmlformats.org/drawingml/2006/main" noGrp="1"/>
          </p:cNvSpPr>
          <p:nvPr/>
        </p:nvSpPr>
        <p:spPr>
          <a:xfrm xmlns:a="http://schemas.openxmlformats.org/drawingml/2006/main">
            <a:off x="1619250" y="5086350"/>
            <a:ext cx="971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F35"/>
                </a:solidFill>
              </a:defRPr>
            </a:defPPr>
            <a:lvl1pPr>
              <a:defRPr sz="2325" b="0">
                <a:solidFill>
                  <a:srgbClr val="173F35"/>
                </a:solidFill>
              </a:defRPr>
            </a:lvl1pPr>
            <a:lvl2pPr>
              <a:defRPr sz="2325" b="0">
                <a:solidFill>
                  <a:srgbClr val="173F35"/>
                </a:solidFill>
              </a:defRPr>
            </a:lvl2pPr>
            <a:lvl3pPr>
              <a:defRPr sz="2325" b="0">
                <a:solidFill>
                  <a:srgbClr val="173F35"/>
                </a:solidFill>
              </a:defRPr>
            </a:lvl3pPr>
            <a:lvl4pPr>
              <a:defRPr sz="2325" b="0">
                <a:solidFill>
                  <a:srgbClr val="173F35"/>
                </a:solidFill>
              </a:defRPr>
            </a:lvl4pPr>
            <a:lvl5pPr>
              <a:defRPr sz="2325" b="0">
                <a:solidFill>
                  <a:srgbClr val="173F35"/>
                </a:solidFill>
              </a:defRPr>
            </a:lvl5pPr>
            <a:lvl6pPr>
              <a:defRPr sz="2325" b="0">
                <a:solidFill>
                  <a:srgbClr val="173F35"/>
                </a:solidFill>
              </a:defRPr>
            </a:lvl6pPr>
            <a:lvl7pPr>
              <a:defRPr sz="2325" b="0">
                <a:solidFill>
                  <a:srgbClr val="173F35"/>
                </a:solidFill>
              </a:defRPr>
            </a:lvl7pPr>
            <a:lvl8pPr>
              <a:defRPr sz="2325" b="0">
                <a:solidFill>
                  <a:srgbClr val="173F35"/>
                </a:solidFill>
              </a:defRPr>
            </a:lvl8pPr>
            <a:lvl9pPr>
              <a:defRPr sz="2325" b="0">
                <a:solidFill>
                  <a:srgbClr val="173F35"/>
                </a:solidFill>
              </a:defRPr>
            </a:lvl9pPr>
          </a:lstStyle>
          <a:p xmlns:a="http://schemas.openxmlformats.org/drawingml/2006/main">
            <a:pPr>
              <a:defRPr sz="2325" b="0">
                <a:solidFill>
                  <a:srgbClr val="173F35"/>
                </a:solidFill>
              </a:defRPr>
            </a:pPr>
            <a:r>
              <a:rPr sz="2325" b="0">
                <a:solidFill>
                  <a:srgbClr val="173F35"/>
                </a:solidFill>
              </a:rPr>
              <a:t>Trách nhiệm và hướng phát triển</a:t>
            </a:r>
          </a:p>
        </p:txBody>
      </p:sp>
    </p:spTree>
    <p:extLst>
      <p:ext uri="{BB962C8B-B14F-4D97-AF65-F5344CB8AC3E}">
        <p14:creationId xmlns:p14="http://schemas.microsoft.com/office/powerpoint/2010/main" val="1852096092"/>
      </p:ext>
    </p:extLst>
  </p:cSld>
</p:sld>
</file>

<file path=ppt/slides/slide3.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40DA80-F563-4161-93F5-40BAAB74BDF6}"/>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01 / NHU CẦU</a:t>
            </a:r>
          </a:p>
        </p:txBody>
      </p:sp>
      <p:sp>
        <p:nvSpPr>
          <p:cNvPr id="3" name="">
            <a:extLst xmlns:a="http://schemas.openxmlformats.org/drawingml/2006/main">
              <a:ext uri="{FF2B5EF4-FFF2-40B4-BE49-F238E27FC236}">
                <a16:creationId xmlns:a16="http://schemas.microsoft.com/office/drawing/2014/main" id="{85126A3B-2F22-4986-9F00-7AEB23CE9BF7}"/>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Ba khó khăn cần giải quyết</a:t>
            </a:r>
          </a:p>
        </p:txBody>
      </p:sp>
      <p:sp>
        <p:nvSpPr>
          <p:cNvPr id="4" name="">
            <a:extLst xmlns:a="http://schemas.openxmlformats.org/drawingml/2006/main">
              <a:ext uri="{FF2B5EF4-FFF2-40B4-BE49-F238E27FC236}">
                <a16:creationId xmlns:a16="http://schemas.microsoft.com/office/drawing/2014/main" id="{601B846F-BFC7-487A-A158-6A4ED10A7940}"/>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E79AEB5F-7AF0-4390-84A4-FA0334B7EF65}"/>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03 / 15</a:t>
            </a:r>
          </a:p>
        </p:txBody>
      </p:sp>
      <p:sp>
        <p:nvSpPr>
          <p:cNvPr id="6" name="">
            <a:extLst xmlns:a="http://schemas.openxmlformats.org/drawingml/2006/main">
              <a:ext uri="{FF2B5EF4-FFF2-40B4-BE49-F238E27FC236}">
                <a16:creationId xmlns:a16="http://schemas.microsoft.com/office/drawing/2014/main" id="{CF3D7F35-563B-4536-9B02-AF9D75DE69DD}"/>
              </a:ext>
            </a:extLst>
          </p:cNvPr>
          <p:cNvSpPr>
            <a:spLocks xmlns:a="http://schemas.openxmlformats.org/drawingml/2006/main" noGrp="1"/>
          </p:cNvSpPr>
          <p:nvPr/>
        </p:nvSpPr>
        <p:spPr>
          <a:xfrm xmlns:a="http://schemas.openxmlformats.org/drawingml/2006/main">
            <a:off x="609600" y="20955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7" name="">
            <a:extLst xmlns:a="http://schemas.openxmlformats.org/drawingml/2006/main">
              <a:ext uri="{FF2B5EF4-FFF2-40B4-BE49-F238E27FC236}">
                <a16:creationId xmlns:a16="http://schemas.microsoft.com/office/drawing/2014/main" id="{BA633FE3-018C-4200-A73A-507D7963D713}"/>
              </a:ext>
            </a:extLst>
          </p:cNvPr>
          <p:cNvSpPr>
            <a:spLocks xmlns:a="http://schemas.openxmlformats.org/drawingml/2006/main" noGrp="1"/>
          </p:cNvSpPr>
          <p:nvPr/>
        </p:nvSpPr>
        <p:spPr>
          <a:xfrm xmlns:a="http://schemas.openxmlformats.org/drawingml/2006/main">
            <a:off x="1228725" y="20955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Tự học chưa đều</a:t>
            </a:r>
          </a:p>
        </p:txBody>
      </p:sp>
      <p:sp>
        <p:nvSpPr>
          <p:cNvPr id="8" name="">
            <a:extLst xmlns:a="http://schemas.openxmlformats.org/drawingml/2006/main">
              <a:ext uri="{FF2B5EF4-FFF2-40B4-BE49-F238E27FC236}">
                <a16:creationId xmlns:a16="http://schemas.microsoft.com/office/drawing/2014/main" id="{54F01170-4DC1-4A70-9B65-65C09C1A16DE}"/>
              </a:ext>
            </a:extLst>
          </p:cNvPr>
          <p:cNvSpPr>
            <a:spLocks xmlns:a="http://schemas.openxmlformats.org/drawingml/2006/main" noGrp="1"/>
          </p:cNvSpPr>
          <p:nvPr/>
        </p:nvSpPr>
        <p:spPr>
          <a:xfrm xmlns:a="http://schemas.openxmlformats.org/drawingml/2006/main">
            <a:off x="1228725" y="2552700"/>
            <a:ext cx="5572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Học dồn trước kiểm tra; thiếu động lực duy trì mỗi ngày.</a:t>
            </a:r>
          </a:p>
        </p:txBody>
      </p:sp>
      <p:sp>
        <p:nvSpPr>
          <p:cNvPr id="9" name="">
            <a:extLst xmlns:a="http://schemas.openxmlformats.org/drawingml/2006/main">
              <a:ext uri="{FF2B5EF4-FFF2-40B4-BE49-F238E27FC236}">
                <a16:creationId xmlns:a16="http://schemas.microsoft.com/office/drawing/2014/main" id="{522389A7-6F30-49B4-8C70-8E7620292AA7}"/>
              </a:ext>
            </a:extLst>
          </p:cNvPr>
          <p:cNvSpPr>
            <a:spLocks xmlns:a="http://schemas.openxmlformats.org/drawingml/2006/main" noGrp="1"/>
          </p:cNvSpPr>
          <p:nvPr/>
        </p:nvSpPr>
        <p:spPr>
          <a:xfrm xmlns:a="http://schemas.openxmlformats.org/drawingml/2006/main">
            <a:off x="609600" y="33813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0" name="">
            <a:extLst xmlns:a="http://schemas.openxmlformats.org/drawingml/2006/main">
              <a:ext uri="{FF2B5EF4-FFF2-40B4-BE49-F238E27FC236}">
                <a16:creationId xmlns:a16="http://schemas.microsoft.com/office/drawing/2014/main" id="{FE8C0F46-0A2C-4AC3-82A1-5A6ADBF530E6}"/>
              </a:ext>
            </a:extLst>
          </p:cNvPr>
          <p:cNvSpPr>
            <a:spLocks xmlns:a="http://schemas.openxmlformats.org/drawingml/2006/main" noGrp="1"/>
          </p:cNvSpPr>
          <p:nvPr/>
        </p:nvSpPr>
        <p:spPr>
          <a:xfrm xmlns:a="http://schemas.openxmlformats.org/drawingml/2006/main">
            <a:off x="1228725" y="3381375"/>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Sai nhưng chưa sửa đến cùng</a:t>
            </a:r>
          </a:p>
        </p:txBody>
      </p:sp>
      <p:sp>
        <p:nvSpPr>
          <p:cNvPr id="11" name="">
            <a:extLst xmlns:a="http://schemas.openxmlformats.org/drawingml/2006/main">
              <a:ext uri="{FF2B5EF4-FFF2-40B4-BE49-F238E27FC236}">
                <a16:creationId xmlns:a16="http://schemas.microsoft.com/office/drawing/2014/main" id="{B7161CA9-B466-4D7B-A430-008145F007BA}"/>
              </a:ext>
            </a:extLst>
          </p:cNvPr>
          <p:cNvSpPr>
            <a:spLocks xmlns:a="http://schemas.openxmlformats.org/drawingml/2006/main" noGrp="1"/>
          </p:cNvSpPr>
          <p:nvPr/>
        </p:nvSpPr>
        <p:spPr>
          <a:xfrm xmlns:a="http://schemas.openxmlformats.org/drawingml/2006/main">
            <a:off x="1228725" y="3838575"/>
            <a:ext cx="5572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Khó nhìn lại câu sai và theo dõi phần kiến thức còn yếu.</a:t>
            </a:r>
          </a:p>
        </p:txBody>
      </p:sp>
      <p:sp>
        <p:nvSpPr>
          <p:cNvPr id="12" name="">
            <a:extLst xmlns:a="http://schemas.openxmlformats.org/drawingml/2006/main">
              <a:ext uri="{FF2B5EF4-FFF2-40B4-BE49-F238E27FC236}">
                <a16:creationId xmlns:a16="http://schemas.microsoft.com/office/drawing/2014/main" id="{DFDC594E-803A-4274-9438-9D3BD7F169D0}"/>
              </a:ext>
            </a:extLst>
          </p:cNvPr>
          <p:cNvSpPr>
            <a:spLocks xmlns:a="http://schemas.openxmlformats.org/drawingml/2006/main" noGrp="1"/>
          </p:cNvSpPr>
          <p:nvPr/>
        </p:nvSpPr>
        <p:spPr>
          <a:xfrm xmlns:a="http://schemas.openxmlformats.org/drawingml/2006/main">
            <a:off x="609600" y="4667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3" name="">
            <a:extLst xmlns:a="http://schemas.openxmlformats.org/drawingml/2006/main">
              <a:ext uri="{FF2B5EF4-FFF2-40B4-BE49-F238E27FC236}">
                <a16:creationId xmlns:a16="http://schemas.microsoft.com/office/drawing/2014/main" id="{C16F3C81-057E-4040-9355-79EDCCC2A301}"/>
              </a:ext>
            </a:extLst>
          </p:cNvPr>
          <p:cNvSpPr>
            <a:spLocks xmlns:a="http://schemas.openxmlformats.org/drawingml/2006/main" noGrp="1"/>
          </p:cNvSpPr>
          <p:nvPr/>
        </p:nvSpPr>
        <p:spPr>
          <a:xfrm xmlns:a="http://schemas.openxmlformats.org/drawingml/2006/main">
            <a:off x="1228725" y="466725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Hợp tác thiếu dấu vết</a:t>
            </a:r>
          </a:p>
        </p:txBody>
      </p:sp>
      <p:sp>
        <p:nvSpPr>
          <p:cNvPr id="14" name="">
            <a:extLst xmlns:a="http://schemas.openxmlformats.org/drawingml/2006/main">
              <a:ext uri="{FF2B5EF4-FFF2-40B4-BE49-F238E27FC236}">
                <a16:creationId xmlns:a16="http://schemas.microsoft.com/office/drawing/2014/main" id="{E2481523-872E-4674-9A9C-309A9C09B612}"/>
              </a:ext>
            </a:extLst>
          </p:cNvPr>
          <p:cNvSpPr>
            <a:spLocks xmlns:a="http://schemas.openxmlformats.org/drawingml/2006/main" noGrp="1"/>
          </p:cNvSpPr>
          <p:nvPr/>
        </p:nvSpPr>
        <p:spPr>
          <a:xfrm xmlns:a="http://schemas.openxmlformats.org/drawingml/2006/main">
            <a:off x="1228725" y="5124450"/>
            <a:ext cx="5572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Bài nhóm phân tán; khó theo dõi đóng góp và phản hồi.</a:t>
            </a:r>
          </a:p>
        </p:txBody>
      </p:sp>
      <p:pic>
        <p:nvPicPr>
          <p:cNvPr id="15" name="">
            <a:extLst xmlns:a="http://schemas.openxmlformats.org/drawingml/2006/main">
              <a:ext uri="{FF2B5EF4-FFF2-40B4-BE49-F238E27FC236}">
                <a16:creationId xmlns:a16="http://schemas.microsoft.com/office/drawing/2014/main" id="{0625D659-DEA8-4BF4-96A0-CB03C02CD457}"/>
              </a:ext>
            </a:extLst>
          </p:cNvPr>
          <p:cNvPicPr>
            <a:picLocks xmlns:a="http://schemas.openxmlformats.org/drawingml/2006/main" noChangeAspect="1"/>
          </p:cNvPicPr>
          <p:nvPr/>
        </p:nvPicPr>
        <p:blipFill>
          <a:blip xmlns:r="http://schemas.openxmlformats.org/officeDocument/2006/relationships" xmlns:a="http://schemas.openxmlformats.org/drawingml/2006/main" r:embed="R4616bb06f0224a61"/>
          <a:stretch xmlns:a="http://schemas.openxmlformats.org/drawingml/2006/main"/>
        </p:blipFill>
        <p:spPr>
          <a:xfrm xmlns:a="http://schemas.openxmlformats.org/drawingml/2006/main">
            <a:off x="7762875" y="2390143"/>
            <a:ext cx="3524250" cy="3220713"/>
          </a:xfrm>
          <a:prstGeom xmlns:a="http://schemas.openxmlformats.org/drawingml/2006/main" prst="rect">
            <a:avLst/>
          </a:prstGeom>
        </p:spPr>
      </p:pic>
    </p:spTree>
    <p:extLst>
      <p:ext uri="{BB962C8B-B14F-4D97-AF65-F5344CB8AC3E}">
        <p14:creationId xmlns:p14="http://schemas.microsoft.com/office/powerpoint/2010/main" val="1953350402"/>
      </p:ext>
    </p:extLst>
  </p:cSld>
</p:sld>
</file>

<file path=ppt/slides/slide4.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ABFD7A3-77E7-454F-959B-D13485338FA6}"/>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01 / NGƯỜI SỬ DỤNG</a:t>
            </a:r>
          </a:p>
        </p:txBody>
      </p:sp>
      <p:sp>
        <p:nvSpPr>
          <p:cNvPr id="3" name="">
            <a:extLst xmlns:a="http://schemas.openxmlformats.org/drawingml/2006/main">
              <a:ext uri="{FF2B5EF4-FFF2-40B4-BE49-F238E27FC236}">
                <a16:creationId xmlns:a16="http://schemas.microsoft.com/office/drawing/2014/main" id="{223E01C1-070A-4284-A4A3-8565A8548B35}"/>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Một nền tảng cho học sinh và giáo viên</a:t>
            </a:r>
          </a:p>
        </p:txBody>
      </p:sp>
      <p:sp>
        <p:nvSpPr>
          <p:cNvPr id="4" name="">
            <a:extLst xmlns:a="http://schemas.openxmlformats.org/drawingml/2006/main">
              <a:ext uri="{FF2B5EF4-FFF2-40B4-BE49-F238E27FC236}">
                <a16:creationId xmlns:a16="http://schemas.microsoft.com/office/drawing/2014/main" id="{662F0349-2104-42BB-91AC-EB3AE928617C}"/>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8241FDC0-2468-47E1-BC97-869927B85AD3}"/>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04 / 15</a:t>
            </a:r>
          </a:p>
        </p:txBody>
      </p:sp>
      <p:sp>
        <p:nvSpPr>
          <p:cNvPr id="6" name="">
            <a:extLst xmlns:a="http://schemas.openxmlformats.org/drawingml/2006/main">
              <a:ext uri="{FF2B5EF4-FFF2-40B4-BE49-F238E27FC236}">
                <a16:creationId xmlns:a16="http://schemas.microsoft.com/office/drawing/2014/main" id="{D3CF9D67-2703-4CBD-889A-FA93FA55808A}"/>
              </a:ext>
            </a:extLst>
          </p:cNvPr>
          <p:cNvSpPr>
            <a:spLocks xmlns:a="http://schemas.openxmlformats.org/drawingml/2006/main" noGrp="1"/>
          </p:cNvSpPr>
          <p:nvPr/>
        </p:nvSpPr>
        <p:spPr>
          <a:xfrm xmlns:a="http://schemas.openxmlformats.org/drawingml/2006/main">
            <a:off x="609600" y="214312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173F35"/>
                </a:solidFill>
              </a:defRPr>
            </a:defPPr>
            <a:lvl1pPr>
              <a:defRPr sz="5250" b="1">
                <a:solidFill>
                  <a:srgbClr val="173F35"/>
                </a:solidFill>
              </a:defRPr>
            </a:lvl1pPr>
            <a:lvl2pPr>
              <a:defRPr sz="5250" b="1">
                <a:solidFill>
                  <a:srgbClr val="173F35"/>
                </a:solidFill>
              </a:defRPr>
            </a:lvl2pPr>
            <a:lvl3pPr>
              <a:defRPr sz="5250" b="1">
                <a:solidFill>
                  <a:srgbClr val="173F35"/>
                </a:solidFill>
              </a:defRPr>
            </a:lvl3pPr>
            <a:lvl4pPr>
              <a:defRPr sz="5250" b="1">
                <a:solidFill>
                  <a:srgbClr val="173F35"/>
                </a:solidFill>
              </a:defRPr>
            </a:lvl4pPr>
            <a:lvl5pPr>
              <a:defRPr sz="5250" b="1">
                <a:solidFill>
                  <a:srgbClr val="173F35"/>
                </a:solidFill>
              </a:defRPr>
            </a:lvl5pPr>
            <a:lvl6pPr>
              <a:defRPr sz="5250" b="1">
                <a:solidFill>
                  <a:srgbClr val="173F35"/>
                </a:solidFill>
              </a:defRPr>
            </a:lvl6pPr>
            <a:lvl7pPr>
              <a:defRPr sz="5250" b="1">
                <a:solidFill>
                  <a:srgbClr val="173F35"/>
                </a:solidFill>
              </a:defRPr>
            </a:lvl7pPr>
            <a:lvl8pPr>
              <a:defRPr sz="5250" b="1">
                <a:solidFill>
                  <a:srgbClr val="173F35"/>
                </a:solidFill>
              </a:defRPr>
            </a:lvl8pPr>
            <a:lvl9pPr>
              <a:defRPr sz="5250" b="1">
                <a:solidFill>
                  <a:srgbClr val="173F35"/>
                </a:solidFill>
              </a:defRPr>
            </a:lvl9pPr>
          </a:lstStyle>
          <a:p xmlns:a="http://schemas.openxmlformats.org/drawingml/2006/main">
            <a:pPr>
              <a:defRPr sz="5250" b="1">
                <a:solidFill>
                  <a:srgbClr val="173F35"/>
                </a:solidFill>
              </a:defRPr>
            </a:pPr>
            <a:r>
              <a:rPr sz="5250" b="1">
                <a:solidFill>
                  <a:srgbClr val="173F35"/>
                </a:solidFill>
              </a:rPr>
              <a:t>11/2 &amp; 11/6</a:t>
            </a:r>
          </a:p>
        </p:txBody>
      </p:sp>
      <p:sp>
        <p:nvSpPr>
          <p:cNvPr id="7" name="">
            <a:extLst xmlns:a="http://schemas.openxmlformats.org/drawingml/2006/main">
              <a:ext uri="{FF2B5EF4-FFF2-40B4-BE49-F238E27FC236}">
                <a16:creationId xmlns:a16="http://schemas.microsoft.com/office/drawing/2014/main" id="{E5F736B2-1F8D-4A00-B6E5-FEBC8C349B5E}"/>
              </a:ext>
            </a:extLst>
          </p:cNvPr>
          <p:cNvSpPr>
            <a:spLocks xmlns:a="http://schemas.openxmlformats.org/drawingml/2006/main" noGrp="1"/>
          </p:cNvSpPr>
          <p:nvPr/>
        </p:nvSpPr>
        <p:spPr>
          <a:xfrm xmlns:a="http://schemas.openxmlformats.org/drawingml/2006/main">
            <a:off x="647700" y="3105150"/>
            <a:ext cx="681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4746C"/>
                </a:solidFill>
              </a:defRPr>
            </a:defPPr>
            <a:lvl1pPr>
              <a:defRPr sz="1950" b="0">
                <a:solidFill>
                  <a:srgbClr val="64746C"/>
                </a:solidFill>
              </a:defRPr>
            </a:lvl1pPr>
            <a:lvl2pPr>
              <a:defRPr sz="1950" b="0">
                <a:solidFill>
                  <a:srgbClr val="64746C"/>
                </a:solidFill>
              </a:defRPr>
            </a:lvl2pPr>
            <a:lvl3pPr>
              <a:defRPr sz="1950" b="0">
                <a:solidFill>
                  <a:srgbClr val="64746C"/>
                </a:solidFill>
              </a:defRPr>
            </a:lvl3pPr>
            <a:lvl4pPr>
              <a:defRPr sz="1950" b="0">
                <a:solidFill>
                  <a:srgbClr val="64746C"/>
                </a:solidFill>
              </a:defRPr>
            </a:lvl4pPr>
            <a:lvl5pPr>
              <a:defRPr sz="1950" b="0">
                <a:solidFill>
                  <a:srgbClr val="64746C"/>
                </a:solidFill>
              </a:defRPr>
            </a:lvl5pPr>
            <a:lvl6pPr>
              <a:defRPr sz="1950" b="0">
                <a:solidFill>
                  <a:srgbClr val="64746C"/>
                </a:solidFill>
              </a:defRPr>
            </a:lvl6pPr>
            <a:lvl7pPr>
              <a:defRPr sz="1950" b="0">
                <a:solidFill>
                  <a:srgbClr val="64746C"/>
                </a:solidFill>
              </a:defRPr>
            </a:lvl7pPr>
            <a:lvl8pPr>
              <a:defRPr sz="1950" b="0">
                <a:solidFill>
                  <a:srgbClr val="64746C"/>
                </a:solidFill>
              </a:defRPr>
            </a:lvl8pPr>
            <a:lvl9pPr>
              <a:defRPr sz="1950" b="0">
                <a:solidFill>
                  <a:srgbClr val="64746C"/>
                </a:solidFill>
              </a:defRPr>
            </a:lvl9pPr>
          </a:lstStyle>
          <a:p xmlns:a="http://schemas.openxmlformats.org/drawingml/2006/main">
            <a:pPr>
              <a:defRPr sz="1950" b="0">
                <a:solidFill>
                  <a:srgbClr val="64746C"/>
                </a:solidFill>
              </a:defRPr>
            </a:pPr>
            <a:r>
              <a:rPr sz="1950" b="0">
                <a:solidFill>
                  <a:srgbClr val="64746C"/>
                </a:solidFill>
              </a:rPr>
              <a:t>Bối cảnh khảo sát tại THPT Nguyễn Khuyến</a:t>
            </a:r>
          </a:p>
        </p:txBody>
      </p:sp>
      <p:sp>
        <p:nvSpPr>
          <p:cNvPr id="8" name="">
            <a:extLst xmlns:a="http://schemas.openxmlformats.org/drawingml/2006/main">
              <a:ext uri="{FF2B5EF4-FFF2-40B4-BE49-F238E27FC236}">
                <a16:creationId xmlns:a16="http://schemas.microsoft.com/office/drawing/2014/main" id="{45662D04-3D46-4EC9-880A-EE21B0769B46}"/>
              </a:ext>
            </a:extLst>
          </p:cNvPr>
          <p:cNvSpPr>
            <a:spLocks xmlns:a="http://schemas.openxmlformats.org/drawingml/2006/main" noGrp="1"/>
          </p:cNvSpPr>
          <p:nvPr/>
        </p:nvSpPr>
        <p:spPr>
          <a:xfrm xmlns:a="http://schemas.openxmlformats.org/drawingml/2006/main">
            <a:off x="609600" y="4048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HS</a:t>
            </a:r>
          </a:p>
        </p:txBody>
      </p:sp>
      <p:sp>
        <p:nvSpPr>
          <p:cNvPr id="9" name="">
            <a:extLst xmlns:a="http://schemas.openxmlformats.org/drawingml/2006/main">
              <a:ext uri="{FF2B5EF4-FFF2-40B4-BE49-F238E27FC236}">
                <a16:creationId xmlns:a16="http://schemas.microsoft.com/office/drawing/2014/main" id="{EE82849F-5E2A-48E9-B906-60046E9322B5}"/>
              </a:ext>
            </a:extLst>
          </p:cNvPr>
          <p:cNvSpPr>
            <a:spLocks xmlns:a="http://schemas.openxmlformats.org/drawingml/2006/main" noGrp="1"/>
          </p:cNvSpPr>
          <p:nvPr/>
        </p:nvSpPr>
        <p:spPr>
          <a:xfrm xmlns:a="http://schemas.openxmlformats.org/drawingml/2006/main">
            <a:off x="1228725" y="4048125"/>
            <a:ext cx="633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Tự học theo nhu cầu</a:t>
            </a:r>
          </a:p>
        </p:txBody>
      </p:sp>
      <p:sp>
        <p:nvSpPr>
          <p:cNvPr id="10" name="">
            <a:extLst xmlns:a="http://schemas.openxmlformats.org/drawingml/2006/main">
              <a:ext uri="{FF2B5EF4-FFF2-40B4-BE49-F238E27FC236}">
                <a16:creationId xmlns:a16="http://schemas.microsoft.com/office/drawing/2014/main" id="{9D1D6781-676B-4BD2-AF95-8172123DA384}"/>
              </a:ext>
            </a:extLst>
          </p:cNvPr>
          <p:cNvSpPr>
            <a:spLocks xmlns:a="http://schemas.openxmlformats.org/drawingml/2006/main" noGrp="1"/>
          </p:cNvSpPr>
          <p:nvPr/>
        </p:nvSpPr>
        <p:spPr>
          <a:xfrm xmlns:a="http://schemas.openxmlformats.org/drawingml/2006/main">
            <a:off x="1228725" y="4505325"/>
            <a:ext cx="6334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Luyện tập, sửa sai, theo dõi tiến bộ và làm việc nhóm.</a:t>
            </a:r>
          </a:p>
        </p:txBody>
      </p:sp>
      <p:sp>
        <p:nvSpPr>
          <p:cNvPr id="11" name="">
            <a:extLst xmlns:a="http://schemas.openxmlformats.org/drawingml/2006/main">
              <a:ext uri="{FF2B5EF4-FFF2-40B4-BE49-F238E27FC236}">
                <a16:creationId xmlns:a16="http://schemas.microsoft.com/office/drawing/2014/main" id="{D576E223-EAB6-4B37-B0F6-CBA8A46FB503}"/>
              </a:ext>
            </a:extLst>
          </p:cNvPr>
          <p:cNvSpPr>
            <a:spLocks xmlns:a="http://schemas.openxmlformats.org/drawingml/2006/main" noGrp="1"/>
          </p:cNvSpPr>
          <p:nvPr/>
        </p:nvSpPr>
        <p:spPr>
          <a:xfrm xmlns:a="http://schemas.openxmlformats.org/drawingml/2006/main">
            <a:off x="8143875" y="22193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27B29"/>
                </a:solidFill>
              </a:defRPr>
            </a:defPPr>
            <a:lvl1pPr>
              <a:defRPr sz="1350" b="1">
                <a:solidFill>
                  <a:srgbClr val="B27B29"/>
                </a:solidFill>
              </a:defRPr>
            </a:lvl1pPr>
            <a:lvl2pPr>
              <a:defRPr sz="1350" b="1">
                <a:solidFill>
                  <a:srgbClr val="B27B29"/>
                </a:solidFill>
              </a:defRPr>
            </a:lvl2pPr>
            <a:lvl3pPr>
              <a:defRPr sz="1350" b="1">
                <a:solidFill>
                  <a:srgbClr val="B27B29"/>
                </a:solidFill>
              </a:defRPr>
            </a:lvl3pPr>
            <a:lvl4pPr>
              <a:defRPr sz="1350" b="1">
                <a:solidFill>
                  <a:srgbClr val="B27B29"/>
                </a:solidFill>
              </a:defRPr>
            </a:lvl4pPr>
            <a:lvl5pPr>
              <a:defRPr sz="1350" b="1">
                <a:solidFill>
                  <a:srgbClr val="B27B29"/>
                </a:solidFill>
              </a:defRPr>
            </a:lvl5pPr>
            <a:lvl6pPr>
              <a:defRPr sz="1350" b="1">
                <a:solidFill>
                  <a:srgbClr val="B27B29"/>
                </a:solidFill>
              </a:defRPr>
            </a:lvl6pPr>
            <a:lvl7pPr>
              <a:defRPr sz="1350" b="1">
                <a:solidFill>
                  <a:srgbClr val="B27B29"/>
                </a:solidFill>
              </a:defRPr>
            </a:lvl7pPr>
            <a:lvl8pPr>
              <a:defRPr sz="1350" b="1">
                <a:solidFill>
                  <a:srgbClr val="B27B29"/>
                </a:solidFill>
              </a:defRPr>
            </a:lvl8pPr>
            <a:lvl9pPr>
              <a:defRPr sz="1350" b="1">
                <a:solidFill>
                  <a:srgbClr val="B27B29"/>
                </a:solidFill>
              </a:defRPr>
            </a:lvl9pPr>
          </a:lstStyle>
          <a:p xmlns:a="http://schemas.openxmlformats.org/drawingml/2006/main">
            <a:pPr>
              <a:defRPr sz="1350" b="1">
                <a:solidFill>
                  <a:srgbClr val="B27B29"/>
                </a:solidFill>
              </a:defRPr>
            </a:pPr>
            <a:r>
              <a:rPr sz="1350" b="1">
                <a:solidFill>
                  <a:srgbClr val="B27B29"/>
                </a:solidFill>
              </a:rPr>
              <a:t>GIÁO VIÊN</a:t>
            </a:r>
          </a:p>
        </p:txBody>
      </p:sp>
      <p:sp>
        <p:nvSpPr>
          <p:cNvPr id="12" name="">
            <a:extLst xmlns:a="http://schemas.openxmlformats.org/drawingml/2006/main">
              <a:ext uri="{FF2B5EF4-FFF2-40B4-BE49-F238E27FC236}">
                <a16:creationId xmlns:a16="http://schemas.microsoft.com/office/drawing/2014/main" id="{A4A3B6A0-955C-4306-8C2E-5742F25FF521}"/>
              </a:ext>
            </a:extLst>
          </p:cNvPr>
          <p:cNvSpPr>
            <a:spLocks xmlns:a="http://schemas.openxmlformats.org/drawingml/2006/main" noGrp="1"/>
          </p:cNvSpPr>
          <p:nvPr/>
        </p:nvSpPr>
        <p:spPr>
          <a:xfrm xmlns:a="http://schemas.openxmlformats.org/drawingml/2006/main">
            <a:off x="8143875" y="2781300"/>
            <a:ext cx="3333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F35"/>
                </a:solidFill>
              </a:defRPr>
            </a:defPPr>
            <a:lvl1pPr>
              <a:defRPr sz="2325" b="1">
                <a:solidFill>
                  <a:srgbClr val="173F35"/>
                </a:solidFill>
              </a:defRPr>
            </a:lvl1pPr>
            <a:lvl2pPr>
              <a:defRPr sz="2325" b="1">
                <a:solidFill>
                  <a:srgbClr val="173F35"/>
                </a:solidFill>
              </a:defRPr>
            </a:lvl2pPr>
            <a:lvl3pPr>
              <a:defRPr sz="2325" b="1">
                <a:solidFill>
                  <a:srgbClr val="173F35"/>
                </a:solidFill>
              </a:defRPr>
            </a:lvl3pPr>
            <a:lvl4pPr>
              <a:defRPr sz="2325" b="1">
                <a:solidFill>
                  <a:srgbClr val="173F35"/>
                </a:solidFill>
              </a:defRPr>
            </a:lvl4pPr>
            <a:lvl5pPr>
              <a:defRPr sz="2325" b="1">
                <a:solidFill>
                  <a:srgbClr val="173F35"/>
                </a:solidFill>
              </a:defRPr>
            </a:lvl5pPr>
            <a:lvl6pPr>
              <a:defRPr sz="2325" b="1">
                <a:solidFill>
                  <a:srgbClr val="173F35"/>
                </a:solidFill>
              </a:defRPr>
            </a:lvl6pPr>
            <a:lvl7pPr>
              <a:defRPr sz="2325" b="1">
                <a:solidFill>
                  <a:srgbClr val="173F35"/>
                </a:solidFill>
              </a:defRPr>
            </a:lvl7pPr>
            <a:lvl8pPr>
              <a:defRPr sz="2325" b="1">
                <a:solidFill>
                  <a:srgbClr val="173F35"/>
                </a:solidFill>
              </a:defRPr>
            </a:lvl8pPr>
            <a:lvl9pPr>
              <a:defRPr sz="2325" b="1">
                <a:solidFill>
                  <a:srgbClr val="173F35"/>
                </a:solidFill>
              </a:defRPr>
            </a:lvl9pPr>
          </a:lstStyle>
          <a:p xmlns:a="http://schemas.openxmlformats.org/drawingml/2006/main">
            <a:pPr>
              <a:defRPr sz="2325" b="1">
                <a:solidFill>
                  <a:srgbClr val="173F35"/>
                </a:solidFill>
              </a:defRPr>
            </a:pPr>
            <a:r>
              <a:rPr sz="2325" b="1">
                <a:solidFill>
                  <a:srgbClr val="173F35"/>
                </a:solidFill>
              </a:rPr>
              <a:t>Giao nhiệm vụ</a:t>
            </a:r>
          </a:p>
          <a:p xmlns:a="http://schemas.openxmlformats.org/drawingml/2006/main">
            <a:pPr>
              <a:defRPr sz="2325" b="1">
                <a:solidFill>
                  <a:srgbClr val="173F35"/>
                </a:solidFill>
              </a:defRPr>
            </a:pPr>
            <a:r>
              <a:rPr sz="2325" b="1">
                <a:solidFill>
                  <a:srgbClr val="173F35"/>
                </a:solidFill>
              </a:rPr>
              <a:t>Theo dõi quá trình</a:t>
            </a:r>
          </a:p>
          <a:p xmlns:a="http://schemas.openxmlformats.org/drawingml/2006/main">
            <a:pPr>
              <a:defRPr sz="2325" b="1">
                <a:solidFill>
                  <a:srgbClr val="173F35"/>
                </a:solidFill>
              </a:defRPr>
            </a:pPr>
            <a:r>
              <a:rPr sz="2325" b="1">
                <a:solidFill>
                  <a:srgbClr val="173F35"/>
                </a:solidFill>
              </a:rPr>
              <a:t>Phản hồi kịp thời</a:t>
            </a:r>
          </a:p>
        </p:txBody>
      </p:sp>
    </p:spTree>
    <p:extLst>
      <p:ext uri="{BB962C8B-B14F-4D97-AF65-F5344CB8AC3E}">
        <p14:creationId xmlns:p14="http://schemas.microsoft.com/office/powerpoint/2010/main" val="1823511131"/>
      </p:ext>
    </p:extLst>
  </p:cSld>
</p:sld>
</file>

<file path=ppt/slides/slide5.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5F8FEC-82D3-43D0-908B-DD663BD78EA4}"/>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02 / Ý TƯỞNG KHU VƯỜN</a:t>
            </a:r>
          </a:p>
        </p:txBody>
      </p:sp>
      <p:sp>
        <p:nvSpPr>
          <p:cNvPr id="3" name="">
            <a:extLst xmlns:a="http://schemas.openxmlformats.org/drawingml/2006/main">
              <a:ext uri="{FF2B5EF4-FFF2-40B4-BE49-F238E27FC236}">
                <a16:creationId xmlns:a16="http://schemas.microsoft.com/office/drawing/2014/main" id="{7604BD8F-F56C-4646-BB39-6D5DBC05A24B}"/>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Mỗi chương là một hành trình lớn lên</a:t>
            </a:r>
          </a:p>
        </p:txBody>
      </p:sp>
      <p:sp>
        <p:nvSpPr>
          <p:cNvPr id="4" name="">
            <a:extLst xmlns:a="http://schemas.openxmlformats.org/drawingml/2006/main">
              <a:ext uri="{FF2B5EF4-FFF2-40B4-BE49-F238E27FC236}">
                <a16:creationId xmlns:a16="http://schemas.microsoft.com/office/drawing/2014/main" id="{A264459D-ED13-4AAB-A982-5D46DF58215D}"/>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65ADBC15-5124-4628-8370-089EAA66327B}"/>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05 / 15</a:t>
            </a:r>
          </a:p>
        </p:txBody>
      </p:sp>
      <p:pic>
        <p:nvPicPr>
          <p:cNvPr id="6" name="">
            <a:extLst xmlns:a="http://schemas.openxmlformats.org/drawingml/2006/main">
              <a:ext uri="{FF2B5EF4-FFF2-40B4-BE49-F238E27FC236}">
                <a16:creationId xmlns:a16="http://schemas.microsoft.com/office/drawing/2014/main" id="{6A50AF24-42D1-4DFB-8EF6-125D80F76FC2}"/>
              </a:ext>
            </a:extLst>
          </p:cNvPr>
          <p:cNvPicPr>
            <a:picLocks xmlns:a="http://schemas.openxmlformats.org/drawingml/2006/main" noChangeAspect="1"/>
          </p:cNvPicPr>
          <p:nvPr/>
        </p:nvPicPr>
        <p:blipFill>
          <a:blip xmlns:r="http://schemas.openxmlformats.org/officeDocument/2006/relationships" xmlns:a="http://schemas.openxmlformats.org/drawingml/2006/main" r:embed="Rac9cf77ad91b4b00"/>
          <a:stretch xmlns:a="http://schemas.openxmlformats.org/drawingml/2006/main"/>
        </p:blipFill>
        <p:spPr>
          <a:xfrm xmlns:a="http://schemas.openxmlformats.org/drawingml/2006/main">
            <a:off x="762000" y="2330987"/>
            <a:ext cx="10668000" cy="185312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0D6F62-AE98-4AE6-8AE8-7CCAA5783052}"/>
              </a:ext>
            </a:extLst>
          </p:cNvPr>
          <p:cNvSpPr>
            <a:spLocks xmlns:a="http://schemas.openxmlformats.org/drawingml/2006/main" noGrp="1"/>
          </p:cNvSpPr>
          <p:nvPr/>
        </p:nvSpPr>
        <p:spPr>
          <a:xfrm xmlns:a="http://schemas.openxmlformats.org/drawingml/2006/main">
            <a:off x="800100" y="45243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F35"/>
                </a:solidFill>
              </a:defRPr>
            </a:defPPr>
            <a:lvl1pPr>
              <a:defRPr sz="2025" b="1">
                <a:solidFill>
                  <a:srgbClr val="173F35"/>
                </a:solidFill>
              </a:defRPr>
            </a:lvl1pPr>
            <a:lvl2pPr>
              <a:defRPr sz="2025" b="1">
                <a:solidFill>
                  <a:srgbClr val="173F35"/>
                </a:solidFill>
              </a:defRPr>
            </a:lvl2pPr>
            <a:lvl3pPr>
              <a:defRPr sz="2025" b="1">
                <a:solidFill>
                  <a:srgbClr val="173F35"/>
                </a:solidFill>
              </a:defRPr>
            </a:lvl3pPr>
            <a:lvl4pPr>
              <a:defRPr sz="2025" b="1">
                <a:solidFill>
                  <a:srgbClr val="173F35"/>
                </a:solidFill>
              </a:defRPr>
            </a:lvl4pPr>
            <a:lvl5pPr>
              <a:defRPr sz="2025" b="1">
                <a:solidFill>
                  <a:srgbClr val="173F35"/>
                </a:solidFill>
              </a:defRPr>
            </a:lvl5pPr>
            <a:lvl6pPr>
              <a:defRPr sz="2025" b="1">
                <a:solidFill>
                  <a:srgbClr val="173F35"/>
                </a:solidFill>
              </a:defRPr>
            </a:lvl6pPr>
            <a:lvl7pPr>
              <a:defRPr sz="2025" b="1">
                <a:solidFill>
                  <a:srgbClr val="173F35"/>
                </a:solidFill>
              </a:defRPr>
            </a:lvl7pPr>
            <a:lvl8pPr>
              <a:defRPr sz="2025" b="1">
                <a:solidFill>
                  <a:srgbClr val="173F35"/>
                </a:solidFill>
              </a:defRPr>
            </a:lvl8pPr>
            <a:lvl9pPr>
              <a:defRPr sz="2025" b="1">
                <a:solidFill>
                  <a:srgbClr val="173F35"/>
                </a:solidFill>
              </a:defRPr>
            </a:lvl9pPr>
          </a:lstStyle>
          <a:p xmlns:a="http://schemas.openxmlformats.org/drawingml/2006/main">
            <a:pPr>
              <a:defRPr sz="2025" b="1">
                <a:solidFill>
                  <a:srgbClr val="173F35"/>
                </a:solidFill>
              </a:defRPr>
            </a:pPr>
            <a:r>
              <a:rPr sz="2025" b="1">
                <a:solidFill>
                  <a:srgbClr val="173F35"/>
                </a:solidFill>
              </a:rPr>
              <a:t>Mầm</a:t>
            </a:r>
          </a:p>
        </p:txBody>
      </p:sp>
      <p:sp>
        <p:nvSpPr>
          <p:cNvPr id="8" name="">
            <a:extLst xmlns:a="http://schemas.openxmlformats.org/drawingml/2006/main">
              <a:ext uri="{FF2B5EF4-FFF2-40B4-BE49-F238E27FC236}">
                <a16:creationId xmlns:a16="http://schemas.microsoft.com/office/drawing/2014/main" id="{765CC4B3-8E8D-4585-B8CE-59D171643FCB}"/>
              </a:ext>
            </a:extLst>
          </p:cNvPr>
          <p:cNvSpPr>
            <a:spLocks xmlns:a="http://schemas.openxmlformats.org/drawingml/2006/main" noGrp="1"/>
          </p:cNvSpPr>
          <p:nvPr/>
        </p:nvSpPr>
        <p:spPr>
          <a:xfrm xmlns:a="http://schemas.openxmlformats.org/drawingml/2006/main">
            <a:off x="2981325" y="45243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F35"/>
                </a:solidFill>
              </a:defRPr>
            </a:defPPr>
            <a:lvl1pPr>
              <a:defRPr sz="2025" b="1">
                <a:solidFill>
                  <a:srgbClr val="173F35"/>
                </a:solidFill>
              </a:defRPr>
            </a:lvl1pPr>
            <a:lvl2pPr>
              <a:defRPr sz="2025" b="1">
                <a:solidFill>
                  <a:srgbClr val="173F35"/>
                </a:solidFill>
              </a:defRPr>
            </a:lvl2pPr>
            <a:lvl3pPr>
              <a:defRPr sz="2025" b="1">
                <a:solidFill>
                  <a:srgbClr val="173F35"/>
                </a:solidFill>
              </a:defRPr>
            </a:lvl3pPr>
            <a:lvl4pPr>
              <a:defRPr sz="2025" b="1">
                <a:solidFill>
                  <a:srgbClr val="173F35"/>
                </a:solidFill>
              </a:defRPr>
            </a:lvl4pPr>
            <a:lvl5pPr>
              <a:defRPr sz="2025" b="1">
                <a:solidFill>
                  <a:srgbClr val="173F35"/>
                </a:solidFill>
              </a:defRPr>
            </a:lvl5pPr>
            <a:lvl6pPr>
              <a:defRPr sz="2025" b="1">
                <a:solidFill>
                  <a:srgbClr val="173F35"/>
                </a:solidFill>
              </a:defRPr>
            </a:lvl6pPr>
            <a:lvl7pPr>
              <a:defRPr sz="2025" b="1">
                <a:solidFill>
                  <a:srgbClr val="173F35"/>
                </a:solidFill>
              </a:defRPr>
            </a:lvl7pPr>
            <a:lvl8pPr>
              <a:defRPr sz="2025" b="1">
                <a:solidFill>
                  <a:srgbClr val="173F35"/>
                </a:solidFill>
              </a:defRPr>
            </a:lvl8pPr>
            <a:lvl9pPr>
              <a:defRPr sz="2025" b="1">
                <a:solidFill>
                  <a:srgbClr val="173F35"/>
                </a:solidFill>
              </a:defRPr>
            </a:lvl9pPr>
          </a:lstStyle>
          <a:p xmlns:a="http://schemas.openxmlformats.org/drawingml/2006/main">
            <a:pPr>
              <a:defRPr sz="2025" b="1">
                <a:solidFill>
                  <a:srgbClr val="173F35"/>
                </a:solidFill>
              </a:defRPr>
            </a:pPr>
            <a:r>
              <a:rPr sz="2025" b="1">
                <a:solidFill>
                  <a:srgbClr val="173F35"/>
                </a:solidFill>
              </a:rPr>
              <a:t>Chồi</a:t>
            </a:r>
          </a:p>
        </p:txBody>
      </p:sp>
      <p:sp>
        <p:nvSpPr>
          <p:cNvPr id="9" name="">
            <a:extLst xmlns:a="http://schemas.openxmlformats.org/drawingml/2006/main">
              <a:ext uri="{FF2B5EF4-FFF2-40B4-BE49-F238E27FC236}">
                <a16:creationId xmlns:a16="http://schemas.microsoft.com/office/drawing/2014/main" id="{D2C2209A-7F40-4927-AEB3-0F93918C789E}"/>
              </a:ext>
            </a:extLst>
          </p:cNvPr>
          <p:cNvSpPr>
            <a:spLocks xmlns:a="http://schemas.openxmlformats.org/drawingml/2006/main" noGrp="1"/>
          </p:cNvSpPr>
          <p:nvPr/>
        </p:nvSpPr>
        <p:spPr>
          <a:xfrm xmlns:a="http://schemas.openxmlformats.org/drawingml/2006/main">
            <a:off x="5162550" y="45243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F35"/>
                </a:solidFill>
              </a:defRPr>
            </a:defPPr>
            <a:lvl1pPr>
              <a:defRPr sz="2025" b="1">
                <a:solidFill>
                  <a:srgbClr val="173F35"/>
                </a:solidFill>
              </a:defRPr>
            </a:lvl1pPr>
            <a:lvl2pPr>
              <a:defRPr sz="2025" b="1">
                <a:solidFill>
                  <a:srgbClr val="173F35"/>
                </a:solidFill>
              </a:defRPr>
            </a:lvl2pPr>
            <a:lvl3pPr>
              <a:defRPr sz="2025" b="1">
                <a:solidFill>
                  <a:srgbClr val="173F35"/>
                </a:solidFill>
              </a:defRPr>
            </a:lvl3pPr>
            <a:lvl4pPr>
              <a:defRPr sz="2025" b="1">
                <a:solidFill>
                  <a:srgbClr val="173F35"/>
                </a:solidFill>
              </a:defRPr>
            </a:lvl4pPr>
            <a:lvl5pPr>
              <a:defRPr sz="2025" b="1">
                <a:solidFill>
                  <a:srgbClr val="173F35"/>
                </a:solidFill>
              </a:defRPr>
            </a:lvl5pPr>
            <a:lvl6pPr>
              <a:defRPr sz="2025" b="1">
                <a:solidFill>
                  <a:srgbClr val="173F35"/>
                </a:solidFill>
              </a:defRPr>
            </a:lvl6pPr>
            <a:lvl7pPr>
              <a:defRPr sz="2025" b="1">
                <a:solidFill>
                  <a:srgbClr val="173F35"/>
                </a:solidFill>
              </a:defRPr>
            </a:lvl7pPr>
            <a:lvl8pPr>
              <a:defRPr sz="2025" b="1">
                <a:solidFill>
                  <a:srgbClr val="173F35"/>
                </a:solidFill>
              </a:defRPr>
            </a:lvl8pPr>
            <a:lvl9pPr>
              <a:defRPr sz="2025" b="1">
                <a:solidFill>
                  <a:srgbClr val="173F35"/>
                </a:solidFill>
              </a:defRPr>
            </a:lvl9pPr>
          </a:lstStyle>
          <a:p xmlns:a="http://schemas.openxmlformats.org/drawingml/2006/main">
            <a:pPr>
              <a:defRPr sz="2025" b="1">
                <a:solidFill>
                  <a:srgbClr val="173F35"/>
                </a:solidFill>
              </a:defRPr>
            </a:pPr>
            <a:r>
              <a:rPr sz="2025" b="1">
                <a:solidFill>
                  <a:srgbClr val="173F35"/>
                </a:solidFill>
              </a:rPr>
              <a:t>Cây non</a:t>
            </a:r>
          </a:p>
        </p:txBody>
      </p:sp>
      <p:sp>
        <p:nvSpPr>
          <p:cNvPr id="10" name="">
            <a:extLst xmlns:a="http://schemas.openxmlformats.org/drawingml/2006/main">
              <a:ext uri="{FF2B5EF4-FFF2-40B4-BE49-F238E27FC236}">
                <a16:creationId xmlns:a16="http://schemas.microsoft.com/office/drawing/2014/main" id="{9E4837A3-33E6-4A41-8B14-16B4F3BE8C88}"/>
              </a:ext>
            </a:extLst>
          </p:cNvPr>
          <p:cNvSpPr>
            <a:spLocks xmlns:a="http://schemas.openxmlformats.org/drawingml/2006/main" noGrp="1"/>
          </p:cNvSpPr>
          <p:nvPr/>
        </p:nvSpPr>
        <p:spPr>
          <a:xfrm xmlns:a="http://schemas.openxmlformats.org/drawingml/2006/main">
            <a:off x="7343775" y="45243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F35"/>
                </a:solidFill>
              </a:defRPr>
            </a:defPPr>
            <a:lvl1pPr>
              <a:defRPr sz="2025" b="1">
                <a:solidFill>
                  <a:srgbClr val="173F35"/>
                </a:solidFill>
              </a:defRPr>
            </a:lvl1pPr>
            <a:lvl2pPr>
              <a:defRPr sz="2025" b="1">
                <a:solidFill>
                  <a:srgbClr val="173F35"/>
                </a:solidFill>
              </a:defRPr>
            </a:lvl2pPr>
            <a:lvl3pPr>
              <a:defRPr sz="2025" b="1">
                <a:solidFill>
                  <a:srgbClr val="173F35"/>
                </a:solidFill>
              </a:defRPr>
            </a:lvl3pPr>
            <a:lvl4pPr>
              <a:defRPr sz="2025" b="1">
                <a:solidFill>
                  <a:srgbClr val="173F35"/>
                </a:solidFill>
              </a:defRPr>
            </a:lvl4pPr>
            <a:lvl5pPr>
              <a:defRPr sz="2025" b="1">
                <a:solidFill>
                  <a:srgbClr val="173F35"/>
                </a:solidFill>
              </a:defRPr>
            </a:lvl5pPr>
            <a:lvl6pPr>
              <a:defRPr sz="2025" b="1">
                <a:solidFill>
                  <a:srgbClr val="173F35"/>
                </a:solidFill>
              </a:defRPr>
            </a:lvl6pPr>
            <a:lvl7pPr>
              <a:defRPr sz="2025" b="1">
                <a:solidFill>
                  <a:srgbClr val="173F35"/>
                </a:solidFill>
              </a:defRPr>
            </a:lvl7pPr>
            <a:lvl8pPr>
              <a:defRPr sz="2025" b="1">
                <a:solidFill>
                  <a:srgbClr val="173F35"/>
                </a:solidFill>
              </a:defRPr>
            </a:lvl8pPr>
            <a:lvl9pPr>
              <a:defRPr sz="2025" b="1">
                <a:solidFill>
                  <a:srgbClr val="173F35"/>
                </a:solidFill>
              </a:defRPr>
            </a:lvl9pPr>
          </a:lstStyle>
          <a:p xmlns:a="http://schemas.openxmlformats.org/drawingml/2006/main">
            <a:pPr>
              <a:defRPr sz="2025" b="1">
                <a:solidFill>
                  <a:srgbClr val="173F35"/>
                </a:solidFill>
              </a:defRPr>
            </a:pPr>
            <a:r>
              <a:rPr sz="2025" b="1">
                <a:solidFill>
                  <a:srgbClr val="173F35"/>
                </a:solidFill>
              </a:rPr>
              <a:t>Đơm hoa</a:t>
            </a:r>
          </a:p>
        </p:txBody>
      </p:sp>
      <p:sp>
        <p:nvSpPr>
          <p:cNvPr id="11" name="">
            <a:extLst xmlns:a="http://schemas.openxmlformats.org/drawingml/2006/main">
              <a:ext uri="{FF2B5EF4-FFF2-40B4-BE49-F238E27FC236}">
                <a16:creationId xmlns:a16="http://schemas.microsoft.com/office/drawing/2014/main" id="{4574843F-6008-4C69-9496-634459379C35}"/>
              </a:ext>
            </a:extLst>
          </p:cNvPr>
          <p:cNvSpPr>
            <a:spLocks xmlns:a="http://schemas.openxmlformats.org/drawingml/2006/main" noGrp="1"/>
          </p:cNvSpPr>
          <p:nvPr/>
        </p:nvSpPr>
        <p:spPr>
          <a:xfrm xmlns:a="http://schemas.openxmlformats.org/drawingml/2006/main">
            <a:off x="9525000" y="45243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F35"/>
                </a:solidFill>
              </a:defRPr>
            </a:defPPr>
            <a:lvl1pPr>
              <a:defRPr sz="2025" b="1">
                <a:solidFill>
                  <a:srgbClr val="173F35"/>
                </a:solidFill>
              </a:defRPr>
            </a:lvl1pPr>
            <a:lvl2pPr>
              <a:defRPr sz="2025" b="1">
                <a:solidFill>
                  <a:srgbClr val="173F35"/>
                </a:solidFill>
              </a:defRPr>
            </a:lvl2pPr>
            <a:lvl3pPr>
              <a:defRPr sz="2025" b="1">
                <a:solidFill>
                  <a:srgbClr val="173F35"/>
                </a:solidFill>
              </a:defRPr>
            </a:lvl3pPr>
            <a:lvl4pPr>
              <a:defRPr sz="2025" b="1">
                <a:solidFill>
                  <a:srgbClr val="173F35"/>
                </a:solidFill>
              </a:defRPr>
            </a:lvl4pPr>
            <a:lvl5pPr>
              <a:defRPr sz="2025" b="1">
                <a:solidFill>
                  <a:srgbClr val="173F35"/>
                </a:solidFill>
              </a:defRPr>
            </a:lvl5pPr>
            <a:lvl6pPr>
              <a:defRPr sz="2025" b="1">
                <a:solidFill>
                  <a:srgbClr val="173F35"/>
                </a:solidFill>
              </a:defRPr>
            </a:lvl6pPr>
            <a:lvl7pPr>
              <a:defRPr sz="2025" b="1">
                <a:solidFill>
                  <a:srgbClr val="173F35"/>
                </a:solidFill>
              </a:defRPr>
            </a:lvl7pPr>
            <a:lvl8pPr>
              <a:defRPr sz="2025" b="1">
                <a:solidFill>
                  <a:srgbClr val="173F35"/>
                </a:solidFill>
              </a:defRPr>
            </a:lvl8pPr>
            <a:lvl9pPr>
              <a:defRPr sz="2025" b="1">
                <a:solidFill>
                  <a:srgbClr val="173F35"/>
                </a:solidFill>
              </a:defRPr>
            </a:lvl9pPr>
          </a:lstStyle>
          <a:p xmlns:a="http://schemas.openxmlformats.org/drawingml/2006/main">
            <a:pPr>
              <a:defRPr sz="2025" b="1">
                <a:solidFill>
                  <a:srgbClr val="173F35"/>
                </a:solidFill>
              </a:defRPr>
            </a:pPr>
            <a:r>
              <a:rPr sz="2025" b="1">
                <a:solidFill>
                  <a:srgbClr val="173F35"/>
                </a:solidFill>
              </a:rPr>
              <a:t>Kết trái</a:t>
            </a:r>
          </a:p>
        </p:txBody>
      </p:sp>
      <p:sp>
        <p:nvSpPr>
          <p:cNvPr id="12" name="">
            <a:extLst xmlns:a="http://schemas.openxmlformats.org/drawingml/2006/main">
              <a:ext uri="{FF2B5EF4-FFF2-40B4-BE49-F238E27FC236}">
                <a16:creationId xmlns:a16="http://schemas.microsoft.com/office/drawing/2014/main" id="{9266E230-D285-4EAF-81FC-04A29B35DA4C}"/>
              </a:ext>
            </a:extLst>
          </p:cNvPr>
          <p:cNvSpPr>
            <a:spLocks xmlns:a="http://schemas.openxmlformats.org/drawingml/2006/main" noGrp="1"/>
          </p:cNvSpPr>
          <p:nvPr/>
        </p:nvSpPr>
        <p:spPr>
          <a:xfrm xmlns:a="http://schemas.openxmlformats.org/drawingml/2006/main">
            <a:off x="762000" y="5429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F35"/>
                </a:solidFill>
              </a:defRPr>
            </a:defPPr>
            <a:lvl1pPr>
              <a:defRPr sz="2325" b="1">
                <a:solidFill>
                  <a:srgbClr val="173F35"/>
                </a:solidFill>
              </a:defRPr>
            </a:lvl1pPr>
            <a:lvl2pPr>
              <a:defRPr sz="2325" b="1">
                <a:solidFill>
                  <a:srgbClr val="173F35"/>
                </a:solidFill>
              </a:defRPr>
            </a:lvl2pPr>
            <a:lvl3pPr>
              <a:defRPr sz="2325" b="1">
                <a:solidFill>
                  <a:srgbClr val="173F35"/>
                </a:solidFill>
              </a:defRPr>
            </a:lvl3pPr>
            <a:lvl4pPr>
              <a:defRPr sz="2325" b="1">
                <a:solidFill>
                  <a:srgbClr val="173F35"/>
                </a:solidFill>
              </a:defRPr>
            </a:lvl4pPr>
            <a:lvl5pPr>
              <a:defRPr sz="2325" b="1">
                <a:solidFill>
                  <a:srgbClr val="173F35"/>
                </a:solidFill>
              </a:defRPr>
            </a:lvl5pPr>
            <a:lvl6pPr>
              <a:defRPr sz="2325" b="1">
                <a:solidFill>
                  <a:srgbClr val="173F35"/>
                </a:solidFill>
              </a:defRPr>
            </a:lvl6pPr>
            <a:lvl7pPr>
              <a:defRPr sz="2325" b="1">
                <a:solidFill>
                  <a:srgbClr val="173F35"/>
                </a:solidFill>
              </a:defRPr>
            </a:lvl7pPr>
            <a:lvl8pPr>
              <a:defRPr sz="2325" b="1">
                <a:solidFill>
                  <a:srgbClr val="173F35"/>
                </a:solidFill>
              </a:defRPr>
            </a:lvl8pPr>
            <a:lvl9pPr>
              <a:defRPr sz="2325" b="1">
                <a:solidFill>
                  <a:srgbClr val="173F35"/>
                </a:solidFill>
              </a:defRPr>
            </a:lvl9pPr>
          </a:lstStyle>
          <a:p xmlns:a="http://schemas.openxmlformats.org/drawingml/2006/main">
            <a:pPr>
              <a:defRPr sz="2325" b="1">
                <a:solidFill>
                  <a:srgbClr val="173F35"/>
                </a:solidFill>
              </a:defRPr>
            </a:pPr>
            <a:r>
              <a:rPr sz="2325" b="1">
                <a:solidFill>
                  <a:srgbClr val="173F35"/>
                </a:solidFill>
              </a:rPr>
              <a:t>Luyện tập → Nhận phản hồi → Sửa sai → Tiếp tục tiến bộ</a:t>
            </a:r>
          </a:p>
        </p:txBody>
      </p:sp>
    </p:spTree>
    <p:extLst>
      <p:ext uri="{BB962C8B-B14F-4D97-AF65-F5344CB8AC3E}">
        <p14:creationId xmlns:p14="http://schemas.microsoft.com/office/powerpoint/2010/main" val="1136423534"/>
      </p:ext>
    </p:extLst>
  </p:cSld>
</p:sld>
</file>

<file path=ppt/slides/slide6.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79D55C-E907-46D1-8E1F-AD2B2990F602}"/>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TỰ HỌC</a:t>
            </a:r>
          </a:p>
        </p:txBody>
      </p:sp>
      <p:sp>
        <p:nvSpPr>
          <p:cNvPr id="3" name="">
            <a:extLst xmlns:a="http://schemas.openxmlformats.org/drawingml/2006/main">
              <a:ext uri="{FF2B5EF4-FFF2-40B4-BE49-F238E27FC236}">
                <a16:creationId xmlns:a16="http://schemas.microsoft.com/office/drawing/2014/main" id="{469BB42E-CFEA-4FF5-8DD6-EDE33C95BD6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Sổ tay sửa sai: quay lại đúng chỗ còn vướng</a:t>
            </a:r>
          </a:p>
        </p:txBody>
      </p:sp>
      <p:sp>
        <p:nvSpPr>
          <p:cNvPr id="4" name="">
            <a:extLst xmlns:a="http://schemas.openxmlformats.org/drawingml/2006/main">
              <a:ext uri="{FF2B5EF4-FFF2-40B4-BE49-F238E27FC236}">
                <a16:creationId xmlns:a16="http://schemas.microsoft.com/office/drawing/2014/main" id="{2074DB3C-55A5-489F-955C-D239C19CF01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75CFED02-CEE3-43B0-B50D-2F003C9A7CAB}"/>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06 / 15</a:t>
            </a:r>
          </a:p>
        </p:txBody>
      </p:sp>
      <p:sp>
        <p:nvSpPr>
          <p:cNvPr id="6" name="">
            <a:extLst xmlns:a="http://schemas.openxmlformats.org/drawingml/2006/main">
              <a:ext uri="{FF2B5EF4-FFF2-40B4-BE49-F238E27FC236}">
                <a16:creationId xmlns:a16="http://schemas.microsoft.com/office/drawing/2014/main" id="{494B4DD4-1905-4A66-84EF-1AAE9818E23D}"/>
              </a:ext>
            </a:extLst>
          </p:cNvPr>
          <p:cNvSpPr>
            <a:spLocks xmlns:a="http://schemas.openxmlformats.org/drawingml/2006/main" noGrp="1"/>
          </p:cNvSpPr>
          <p:nvPr/>
        </p:nvSpPr>
        <p:spPr>
          <a:xfrm xmlns:a="http://schemas.openxmlformats.org/drawingml/2006/main">
            <a:off x="609600" y="20478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7" name="">
            <a:extLst xmlns:a="http://schemas.openxmlformats.org/drawingml/2006/main">
              <a:ext uri="{FF2B5EF4-FFF2-40B4-BE49-F238E27FC236}">
                <a16:creationId xmlns:a16="http://schemas.microsoft.com/office/drawing/2014/main" id="{A3A4D369-F4AE-4214-859D-CC9D63E7E6DC}"/>
              </a:ext>
            </a:extLst>
          </p:cNvPr>
          <p:cNvSpPr>
            <a:spLocks xmlns:a="http://schemas.openxmlformats.org/drawingml/2006/main" noGrp="1"/>
          </p:cNvSpPr>
          <p:nvPr/>
        </p:nvSpPr>
        <p:spPr>
          <a:xfrm xmlns:a="http://schemas.openxmlformats.org/drawingml/2006/main">
            <a:off x="1228725" y="20478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Ghi nhận câu trả lời sai</a:t>
            </a:r>
          </a:p>
        </p:txBody>
      </p:sp>
      <p:sp>
        <p:nvSpPr>
          <p:cNvPr id="8" name="">
            <a:extLst xmlns:a="http://schemas.openxmlformats.org/drawingml/2006/main">
              <a:ext uri="{FF2B5EF4-FFF2-40B4-BE49-F238E27FC236}">
                <a16:creationId xmlns:a16="http://schemas.microsoft.com/office/drawing/2014/main" id="{EAF92D85-581B-4F8E-BFFF-CCCFBEFD49B0}"/>
              </a:ext>
            </a:extLst>
          </p:cNvPr>
          <p:cNvSpPr>
            <a:spLocks xmlns:a="http://schemas.openxmlformats.org/drawingml/2006/main" noGrp="1"/>
          </p:cNvSpPr>
          <p:nvPr/>
        </p:nvSpPr>
        <p:spPr>
          <a:xfrm xmlns:a="http://schemas.openxmlformats.org/drawingml/2006/main">
            <a:off x="1228725" y="2505075"/>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Tập hợp nội dung cần ôn lại.</a:t>
            </a:r>
          </a:p>
        </p:txBody>
      </p:sp>
      <p:sp>
        <p:nvSpPr>
          <p:cNvPr id="9" name="">
            <a:extLst xmlns:a="http://schemas.openxmlformats.org/drawingml/2006/main">
              <a:ext uri="{FF2B5EF4-FFF2-40B4-BE49-F238E27FC236}">
                <a16:creationId xmlns:a16="http://schemas.microsoft.com/office/drawing/2014/main" id="{414FD21C-6F96-486C-BEA4-1FD100671AB1}"/>
              </a:ext>
            </a:extLst>
          </p:cNvPr>
          <p:cNvSpPr>
            <a:spLocks xmlns:a="http://schemas.openxmlformats.org/drawingml/2006/main" noGrp="1"/>
          </p:cNvSpPr>
          <p:nvPr/>
        </p:nvSpPr>
        <p:spPr>
          <a:xfrm xmlns:a="http://schemas.openxmlformats.org/drawingml/2006/main">
            <a:off x="609600" y="33813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0" name="">
            <a:extLst xmlns:a="http://schemas.openxmlformats.org/drawingml/2006/main">
              <a:ext uri="{FF2B5EF4-FFF2-40B4-BE49-F238E27FC236}">
                <a16:creationId xmlns:a16="http://schemas.microsoft.com/office/drawing/2014/main" id="{A8D226E1-B5B4-4E66-BDF4-34B4E9986849}"/>
              </a:ext>
            </a:extLst>
          </p:cNvPr>
          <p:cNvSpPr>
            <a:spLocks xmlns:a="http://schemas.openxmlformats.org/drawingml/2006/main" noGrp="1"/>
          </p:cNvSpPr>
          <p:nvPr/>
        </p:nvSpPr>
        <p:spPr>
          <a:xfrm xmlns:a="http://schemas.openxmlformats.org/drawingml/2006/main">
            <a:off x="1228725" y="33813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Thử giải lại</a:t>
            </a:r>
          </a:p>
        </p:txBody>
      </p:sp>
      <p:sp>
        <p:nvSpPr>
          <p:cNvPr id="11" name="">
            <a:extLst xmlns:a="http://schemas.openxmlformats.org/drawingml/2006/main">
              <a:ext uri="{FF2B5EF4-FFF2-40B4-BE49-F238E27FC236}">
                <a16:creationId xmlns:a16="http://schemas.microsoft.com/office/drawing/2014/main" id="{759C1867-491F-4DED-B02D-4D2B3A3DDCBA}"/>
              </a:ext>
            </a:extLst>
          </p:cNvPr>
          <p:cNvSpPr>
            <a:spLocks xmlns:a="http://schemas.openxmlformats.org/drawingml/2006/main" noGrp="1"/>
          </p:cNvSpPr>
          <p:nvPr/>
        </p:nvSpPr>
        <p:spPr>
          <a:xfrm xmlns:a="http://schemas.openxmlformats.org/drawingml/2006/main">
            <a:off x="1228725" y="3838575"/>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Khuyến khích tự suy nghĩ trước khi xem giải thích.</a:t>
            </a:r>
          </a:p>
        </p:txBody>
      </p:sp>
      <p:sp>
        <p:nvSpPr>
          <p:cNvPr id="12" name="">
            <a:extLst xmlns:a="http://schemas.openxmlformats.org/drawingml/2006/main">
              <a:ext uri="{FF2B5EF4-FFF2-40B4-BE49-F238E27FC236}">
                <a16:creationId xmlns:a16="http://schemas.microsoft.com/office/drawing/2014/main" id="{79DDE974-16FF-455D-BE21-C84BD6AE8646}"/>
              </a:ext>
            </a:extLst>
          </p:cNvPr>
          <p:cNvSpPr>
            <a:spLocks xmlns:a="http://schemas.openxmlformats.org/drawingml/2006/main" noGrp="1"/>
          </p:cNvSpPr>
          <p:nvPr/>
        </p:nvSpPr>
        <p:spPr>
          <a:xfrm xmlns:a="http://schemas.openxmlformats.org/drawingml/2006/main">
            <a:off x="609600" y="47148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3" name="">
            <a:extLst xmlns:a="http://schemas.openxmlformats.org/drawingml/2006/main">
              <a:ext uri="{FF2B5EF4-FFF2-40B4-BE49-F238E27FC236}">
                <a16:creationId xmlns:a16="http://schemas.microsoft.com/office/drawing/2014/main" id="{3C8241C9-9A39-47D3-874C-9B60DC99874F}"/>
              </a:ext>
            </a:extLst>
          </p:cNvPr>
          <p:cNvSpPr>
            <a:spLocks xmlns:a="http://schemas.openxmlformats.org/drawingml/2006/main" noGrp="1"/>
          </p:cNvSpPr>
          <p:nvPr/>
        </p:nvSpPr>
        <p:spPr>
          <a:xfrm xmlns:a="http://schemas.openxmlformats.org/drawingml/2006/main">
            <a:off x="1228725" y="47148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Theo dõi việc khắc phục</a:t>
            </a:r>
          </a:p>
        </p:txBody>
      </p:sp>
      <p:sp>
        <p:nvSpPr>
          <p:cNvPr id="14" name="">
            <a:extLst xmlns:a="http://schemas.openxmlformats.org/drawingml/2006/main">
              <a:ext uri="{FF2B5EF4-FFF2-40B4-BE49-F238E27FC236}">
                <a16:creationId xmlns:a16="http://schemas.microsoft.com/office/drawing/2014/main" id="{06B4AC20-91BA-430D-BB5C-E2E046C917E8}"/>
              </a:ext>
            </a:extLst>
          </p:cNvPr>
          <p:cNvSpPr>
            <a:spLocks xmlns:a="http://schemas.openxmlformats.org/drawingml/2006/main" noGrp="1"/>
          </p:cNvSpPr>
          <p:nvPr/>
        </p:nvSpPr>
        <p:spPr>
          <a:xfrm xmlns:a="http://schemas.openxmlformats.org/drawingml/2006/main">
            <a:off x="1228725" y="5172075"/>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Biến lỗi sai thành nhiệm vụ học tập tiếp theo.</a:t>
            </a:r>
          </a:p>
        </p:txBody>
      </p:sp>
      <p:pic>
        <p:nvPicPr>
          <p:cNvPr id="15" name="">
            <a:extLst xmlns:a="http://schemas.openxmlformats.org/drawingml/2006/main">
              <a:ext uri="{FF2B5EF4-FFF2-40B4-BE49-F238E27FC236}">
                <a16:creationId xmlns:a16="http://schemas.microsoft.com/office/drawing/2014/main" id="{207B0B70-78E1-469E-976E-05C584F962E1}"/>
              </a:ext>
            </a:extLst>
          </p:cNvPr>
          <p:cNvPicPr>
            <a:picLocks xmlns:a="http://schemas.openxmlformats.org/drawingml/2006/main" noChangeAspect="1"/>
          </p:cNvPicPr>
          <p:nvPr/>
        </p:nvPicPr>
        <p:blipFill>
          <a:blip xmlns:r="http://schemas.openxmlformats.org/officeDocument/2006/relationships" xmlns:a="http://schemas.openxmlformats.org/drawingml/2006/main" r:embed="R92f4c7a6abb649d9"/>
          <a:stretch xmlns:a="http://schemas.openxmlformats.org/drawingml/2006/main"/>
        </p:blipFill>
        <p:spPr>
          <a:xfrm xmlns:a="http://schemas.openxmlformats.org/drawingml/2006/main">
            <a:off x="6667500" y="2136874"/>
            <a:ext cx="4857750" cy="3451027"/>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9D625F3-7D37-4C35-8946-A23D03871A20}"/>
              </a:ext>
            </a:extLst>
          </p:cNvPr>
          <p:cNvSpPr>
            <a:spLocks xmlns:a="http://schemas.openxmlformats.org/drawingml/2006/main" noGrp="1"/>
          </p:cNvSpPr>
          <p:nvPr/>
        </p:nvSpPr>
        <p:spPr>
          <a:xfrm xmlns:a="http://schemas.openxmlformats.org/drawingml/2006/main">
            <a:off x="6715125" y="5715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4746C"/>
                </a:solidFill>
              </a:defRPr>
            </a:defPPr>
            <a:lvl1pPr>
              <a:defRPr sz="1125" b="0">
                <a:solidFill>
                  <a:srgbClr val="64746C"/>
                </a:solidFill>
              </a:defRPr>
            </a:lvl1pPr>
            <a:lvl2pPr>
              <a:defRPr sz="1125" b="0">
                <a:solidFill>
                  <a:srgbClr val="64746C"/>
                </a:solidFill>
              </a:defRPr>
            </a:lvl2pPr>
            <a:lvl3pPr>
              <a:defRPr sz="1125" b="0">
                <a:solidFill>
                  <a:srgbClr val="64746C"/>
                </a:solidFill>
              </a:defRPr>
            </a:lvl3pPr>
            <a:lvl4pPr>
              <a:defRPr sz="1125" b="0">
                <a:solidFill>
                  <a:srgbClr val="64746C"/>
                </a:solidFill>
              </a:defRPr>
            </a:lvl4pPr>
            <a:lvl5pPr>
              <a:defRPr sz="1125" b="0">
                <a:solidFill>
                  <a:srgbClr val="64746C"/>
                </a:solidFill>
              </a:defRPr>
            </a:lvl5pPr>
            <a:lvl6pPr>
              <a:defRPr sz="1125" b="0">
                <a:solidFill>
                  <a:srgbClr val="64746C"/>
                </a:solidFill>
              </a:defRPr>
            </a:lvl6pPr>
            <a:lvl7pPr>
              <a:defRPr sz="1125" b="0">
                <a:solidFill>
                  <a:srgbClr val="64746C"/>
                </a:solidFill>
              </a:defRPr>
            </a:lvl7pPr>
            <a:lvl8pPr>
              <a:defRPr sz="1125" b="0">
                <a:solidFill>
                  <a:srgbClr val="64746C"/>
                </a:solidFill>
              </a:defRPr>
            </a:lvl8pPr>
            <a:lvl9pPr>
              <a:defRPr sz="1125" b="0">
                <a:solidFill>
                  <a:srgbClr val="64746C"/>
                </a:solidFill>
              </a:defRPr>
            </a:lvl9pPr>
          </a:lstStyle>
          <a:p xmlns:a="http://schemas.openxmlformats.org/drawingml/2006/main">
            <a:pPr>
              <a:defRPr sz="1125" b="0">
                <a:solidFill>
                  <a:srgbClr val="64746C"/>
                </a:solidFill>
              </a:defRPr>
            </a:pPr>
            <a:r>
              <a:rPr sz="1125" b="0">
                <a:solidFill>
                  <a:srgbClr val="64746C"/>
                </a:solidFill>
              </a:rPr>
              <a:t>Ảnh giao diện minh họa từ bộ slide dự án</a:t>
            </a:r>
          </a:p>
        </p:txBody>
      </p:sp>
    </p:spTree>
    <p:extLst>
      <p:ext uri="{BB962C8B-B14F-4D97-AF65-F5344CB8AC3E}">
        <p14:creationId xmlns:p14="http://schemas.microsoft.com/office/powerpoint/2010/main" val="2099795363"/>
      </p:ext>
    </p:extLst>
  </p:cSld>
</p:sld>
</file>

<file path=ppt/slides/slide7.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A1548F-AACD-4699-9A24-CB4428C0CEEE}"/>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ĐỘNG LỰC HỌC TẬP</a:t>
            </a:r>
          </a:p>
        </p:txBody>
      </p:sp>
      <p:sp>
        <p:nvSpPr>
          <p:cNvPr id="3" name="">
            <a:extLst xmlns:a="http://schemas.openxmlformats.org/drawingml/2006/main">
              <a:ext uri="{FF2B5EF4-FFF2-40B4-BE49-F238E27FC236}">
                <a16:creationId xmlns:a16="http://schemas.microsoft.com/office/drawing/2014/main" id="{6F8EC62F-3D98-490F-99E2-7AB22F676112}"/>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Săn thưởng khuyến khích nỗ lực có điều kiện</a:t>
            </a:r>
          </a:p>
        </p:txBody>
      </p:sp>
      <p:sp>
        <p:nvSpPr>
          <p:cNvPr id="4" name="">
            <a:extLst xmlns:a="http://schemas.openxmlformats.org/drawingml/2006/main">
              <a:ext uri="{FF2B5EF4-FFF2-40B4-BE49-F238E27FC236}">
                <a16:creationId xmlns:a16="http://schemas.microsoft.com/office/drawing/2014/main" id="{2D52CC85-97FD-45FD-87FF-F9F2A0BC1616}"/>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6C374ECF-D20C-4591-8FB2-C415B490F41C}"/>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07 / 15</a:t>
            </a:r>
          </a:p>
        </p:txBody>
      </p:sp>
      <p:sp>
        <p:nvSpPr>
          <p:cNvPr id="6" name="">
            <a:extLst xmlns:a="http://schemas.openxmlformats.org/drawingml/2006/main">
              <a:ext uri="{FF2B5EF4-FFF2-40B4-BE49-F238E27FC236}">
                <a16:creationId xmlns:a16="http://schemas.microsoft.com/office/drawing/2014/main" id="{1E27EFB6-6CE5-4359-A334-3854368071A8}"/>
              </a:ext>
            </a:extLst>
          </p:cNvPr>
          <p:cNvSpPr>
            <a:spLocks xmlns:a="http://schemas.openxmlformats.org/drawingml/2006/main" noGrp="1"/>
          </p:cNvSpPr>
          <p:nvPr/>
        </p:nvSpPr>
        <p:spPr>
          <a:xfrm xmlns:a="http://schemas.openxmlformats.org/drawingml/2006/main">
            <a:off x="666750" y="233362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5"/>
                </a:solidFill>
              </a:defRPr>
            </a:defPPr>
            <a:lvl1pPr>
              <a:defRPr sz="2925" b="1">
                <a:solidFill>
                  <a:srgbClr val="173F35"/>
                </a:solidFill>
              </a:defRPr>
            </a:lvl1pPr>
            <a:lvl2pPr>
              <a:defRPr sz="2925" b="1">
                <a:solidFill>
                  <a:srgbClr val="173F35"/>
                </a:solidFill>
              </a:defRPr>
            </a:lvl2pPr>
            <a:lvl3pPr>
              <a:defRPr sz="2925" b="1">
                <a:solidFill>
                  <a:srgbClr val="173F35"/>
                </a:solidFill>
              </a:defRPr>
            </a:lvl3pPr>
            <a:lvl4pPr>
              <a:defRPr sz="2925" b="1">
                <a:solidFill>
                  <a:srgbClr val="173F35"/>
                </a:solidFill>
              </a:defRPr>
            </a:lvl4pPr>
            <a:lvl5pPr>
              <a:defRPr sz="2925" b="1">
                <a:solidFill>
                  <a:srgbClr val="173F35"/>
                </a:solidFill>
              </a:defRPr>
            </a:lvl5pPr>
            <a:lvl6pPr>
              <a:defRPr sz="2925" b="1">
                <a:solidFill>
                  <a:srgbClr val="173F35"/>
                </a:solidFill>
              </a:defRPr>
            </a:lvl6pPr>
            <a:lvl7pPr>
              <a:defRPr sz="2925" b="1">
                <a:solidFill>
                  <a:srgbClr val="173F35"/>
                </a:solidFill>
              </a:defRPr>
            </a:lvl7pPr>
            <a:lvl8pPr>
              <a:defRPr sz="2925" b="1">
                <a:solidFill>
                  <a:srgbClr val="173F35"/>
                </a:solidFill>
              </a:defRPr>
            </a:lvl8pPr>
            <a:lvl9pPr>
              <a:defRPr sz="2925" b="1">
                <a:solidFill>
                  <a:srgbClr val="173F35"/>
                </a:solidFill>
              </a:defRPr>
            </a:lvl9pPr>
          </a:lstStyle>
          <a:p xmlns:a="http://schemas.openxmlformats.org/drawingml/2006/main">
            <a:pPr>
              <a:defRPr sz="2925" b="1">
                <a:solidFill>
                  <a:srgbClr val="173F35"/>
                </a:solidFill>
              </a:defRPr>
            </a:pPr>
            <a:r>
              <a:rPr sz="2925" b="1">
                <a:solidFill>
                  <a:srgbClr val="173F35"/>
                </a:solidFill>
              </a:rPr>
              <a:t>Luyện tập</a:t>
            </a:r>
          </a:p>
        </p:txBody>
      </p:sp>
      <p:sp>
        <p:nvSpPr>
          <p:cNvPr id="7" name="">
            <a:extLst xmlns:a="http://schemas.openxmlformats.org/drawingml/2006/main">
              <a:ext uri="{FF2B5EF4-FFF2-40B4-BE49-F238E27FC236}">
                <a16:creationId xmlns:a16="http://schemas.microsoft.com/office/drawing/2014/main" id="{E2155D50-9476-4F42-BE47-082163C7B135}"/>
              </a:ext>
            </a:extLst>
          </p:cNvPr>
          <p:cNvSpPr>
            <a:spLocks xmlns:a="http://schemas.openxmlformats.org/drawingml/2006/main" noGrp="1"/>
          </p:cNvSpPr>
          <p:nvPr/>
        </p:nvSpPr>
        <p:spPr>
          <a:xfrm xmlns:a="http://schemas.openxmlformats.org/drawingml/2006/main">
            <a:off x="4429125" y="23336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5"/>
                </a:solidFill>
              </a:defRPr>
            </a:defPPr>
            <a:lvl1pPr>
              <a:defRPr sz="2925" b="1">
                <a:solidFill>
                  <a:srgbClr val="173F35"/>
                </a:solidFill>
              </a:defRPr>
            </a:lvl1pPr>
            <a:lvl2pPr>
              <a:defRPr sz="2925" b="1">
                <a:solidFill>
                  <a:srgbClr val="173F35"/>
                </a:solidFill>
              </a:defRPr>
            </a:lvl2pPr>
            <a:lvl3pPr>
              <a:defRPr sz="2925" b="1">
                <a:solidFill>
                  <a:srgbClr val="173F35"/>
                </a:solidFill>
              </a:defRPr>
            </a:lvl3pPr>
            <a:lvl4pPr>
              <a:defRPr sz="2925" b="1">
                <a:solidFill>
                  <a:srgbClr val="173F35"/>
                </a:solidFill>
              </a:defRPr>
            </a:lvl4pPr>
            <a:lvl5pPr>
              <a:defRPr sz="2925" b="1">
                <a:solidFill>
                  <a:srgbClr val="173F35"/>
                </a:solidFill>
              </a:defRPr>
            </a:lvl5pPr>
            <a:lvl6pPr>
              <a:defRPr sz="2925" b="1">
                <a:solidFill>
                  <a:srgbClr val="173F35"/>
                </a:solidFill>
              </a:defRPr>
            </a:lvl6pPr>
            <a:lvl7pPr>
              <a:defRPr sz="2925" b="1">
                <a:solidFill>
                  <a:srgbClr val="173F35"/>
                </a:solidFill>
              </a:defRPr>
            </a:lvl7pPr>
            <a:lvl8pPr>
              <a:defRPr sz="2925" b="1">
                <a:solidFill>
                  <a:srgbClr val="173F35"/>
                </a:solidFill>
              </a:defRPr>
            </a:lvl8pPr>
            <a:lvl9pPr>
              <a:defRPr sz="2925" b="1">
                <a:solidFill>
                  <a:srgbClr val="173F35"/>
                </a:solidFill>
              </a:defRPr>
            </a:lvl9pPr>
          </a:lstStyle>
          <a:p xmlns:a="http://schemas.openxmlformats.org/drawingml/2006/main">
            <a:pPr>
              <a:defRPr sz="2925" b="1">
                <a:solidFill>
                  <a:srgbClr val="173F35"/>
                </a:solidFill>
              </a:defRPr>
            </a:pPr>
            <a:r>
              <a:rPr sz="2925" b="1">
                <a:solidFill>
                  <a:srgbClr val="173F35"/>
                </a:solidFill>
              </a:rPr>
              <a:t>Đủ điều kiện</a:t>
            </a:r>
          </a:p>
        </p:txBody>
      </p:sp>
      <p:sp>
        <p:nvSpPr>
          <p:cNvPr id="8" name="">
            <a:extLst xmlns:a="http://schemas.openxmlformats.org/drawingml/2006/main">
              <a:ext uri="{FF2B5EF4-FFF2-40B4-BE49-F238E27FC236}">
                <a16:creationId xmlns:a16="http://schemas.microsoft.com/office/drawing/2014/main" id="{E95FB386-C9D0-481F-9AB6-7FD2A2223F73}"/>
              </a:ext>
            </a:extLst>
          </p:cNvPr>
          <p:cNvSpPr>
            <a:spLocks xmlns:a="http://schemas.openxmlformats.org/drawingml/2006/main" noGrp="1"/>
          </p:cNvSpPr>
          <p:nvPr/>
        </p:nvSpPr>
        <p:spPr>
          <a:xfrm xmlns:a="http://schemas.openxmlformats.org/drawingml/2006/main">
            <a:off x="8334375" y="23336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5"/>
                </a:solidFill>
              </a:defRPr>
            </a:defPPr>
            <a:lvl1pPr>
              <a:defRPr sz="2925" b="1">
                <a:solidFill>
                  <a:srgbClr val="173F35"/>
                </a:solidFill>
              </a:defRPr>
            </a:lvl1pPr>
            <a:lvl2pPr>
              <a:defRPr sz="2925" b="1">
                <a:solidFill>
                  <a:srgbClr val="173F35"/>
                </a:solidFill>
              </a:defRPr>
            </a:lvl2pPr>
            <a:lvl3pPr>
              <a:defRPr sz="2925" b="1">
                <a:solidFill>
                  <a:srgbClr val="173F35"/>
                </a:solidFill>
              </a:defRPr>
            </a:lvl3pPr>
            <a:lvl4pPr>
              <a:defRPr sz="2925" b="1">
                <a:solidFill>
                  <a:srgbClr val="173F35"/>
                </a:solidFill>
              </a:defRPr>
            </a:lvl4pPr>
            <a:lvl5pPr>
              <a:defRPr sz="2925" b="1">
                <a:solidFill>
                  <a:srgbClr val="173F35"/>
                </a:solidFill>
              </a:defRPr>
            </a:lvl5pPr>
            <a:lvl6pPr>
              <a:defRPr sz="2925" b="1">
                <a:solidFill>
                  <a:srgbClr val="173F35"/>
                </a:solidFill>
              </a:defRPr>
            </a:lvl6pPr>
            <a:lvl7pPr>
              <a:defRPr sz="2925" b="1">
                <a:solidFill>
                  <a:srgbClr val="173F35"/>
                </a:solidFill>
              </a:defRPr>
            </a:lvl7pPr>
            <a:lvl8pPr>
              <a:defRPr sz="2925" b="1">
                <a:solidFill>
                  <a:srgbClr val="173F35"/>
                </a:solidFill>
              </a:defRPr>
            </a:lvl8pPr>
            <a:lvl9pPr>
              <a:defRPr sz="2925" b="1">
                <a:solidFill>
                  <a:srgbClr val="173F35"/>
                </a:solidFill>
              </a:defRPr>
            </a:lvl9pPr>
          </a:lstStyle>
          <a:p xmlns:a="http://schemas.openxmlformats.org/drawingml/2006/main">
            <a:pPr>
              <a:defRPr sz="2925" b="1">
                <a:solidFill>
                  <a:srgbClr val="173F35"/>
                </a:solidFill>
              </a:defRPr>
            </a:pPr>
            <a:r>
              <a:rPr sz="2925" b="1">
                <a:solidFill>
                  <a:srgbClr val="173F35"/>
                </a:solidFill>
              </a:rPr>
              <a:t>Giáo viên duyệt</a:t>
            </a:r>
          </a:p>
        </p:txBody>
      </p:sp>
      <p:sp>
        <p:nvSpPr>
          <p:cNvPr id="9" name="">
            <a:extLst xmlns:a="http://schemas.openxmlformats.org/drawingml/2006/main">
              <a:ext uri="{FF2B5EF4-FFF2-40B4-BE49-F238E27FC236}">
                <a16:creationId xmlns:a16="http://schemas.microsoft.com/office/drawing/2014/main" id="{52EC6049-40CA-4626-9F20-3CF801540735}"/>
              </a:ext>
            </a:extLst>
          </p:cNvPr>
          <p:cNvSpPr>
            <a:spLocks xmlns:a="http://schemas.openxmlformats.org/drawingml/2006/main" noGrp="1"/>
          </p:cNvSpPr>
          <p:nvPr/>
        </p:nvSpPr>
        <p:spPr>
          <a:xfrm xmlns:a="http://schemas.openxmlformats.org/drawingml/2006/main">
            <a:off x="666750" y="3333750"/>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4746C"/>
                </a:solidFill>
              </a:defRPr>
            </a:defPPr>
            <a:lvl1pPr>
              <a:defRPr sz="2100" b="0">
                <a:solidFill>
                  <a:srgbClr val="64746C"/>
                </a:solidFill>
              </a:defRPr>
            </a:lvl1pPr>
            <a:lvl2pPr>
              <a:defRPr sz="2100" b="0">
                <a:solidFill>
                  <a:srgbClr val="64746C"/>
                </a:solidFill>
              </a:defRPr>
            </a:lvl2pPr>
            <a:lvl3pPr>
              <a:defRPr sz="2100" b="0">
                <a:solidFill>
                  <a:srgbClr val="64746C"/>
                </a:solidFill>
              </a:defRPr>
            </a:lvl3pPr>
            <a:lvl4pPr>
              <a:defRPr sz="2100" b="0">
                <a:solidFill>
                  <a:srgbClr val="64746C"/>
                </a:solidFill>
              </a:defRPr>
            </a:lvl4pPr>
            <a:lvl5pPr>
              <a:defRPr sz="2100" b="0">
                <a:solidFill>
                  <a:srgbClr val="64746C"/>
                </a:solidFill>
              </a:defRPr>
            </a:lvl5pPr>
            <a:lvl6pPr>
              <a:defRPr sz="2100" b="0">
                <a:solidFill>
                  <a:srgbClr val="64746C"/>
                </a:solidFill>
              </a:defRPr>
            </a:lvl6pPr>
            <a:lvl7pPr>
              <a:defRPr sz="2100" b="0">
                <a:solidFill>
                  <a:srgbClr val="64746C"/>
                </a:solidFill>
              </a:defRPr>
            </a:lvl7pPr>
            <a:lvl8pPr>
              <a:defRPr sz="2100" b="0">
                <a:solidFill>
                  <a:srgbClr val="64746C"/>
                </a:solidFill>
              </a:defRPr>
            </a:lvl8pPr>
            <a:lvl9pPr>
              <a:defRPr sz="2100" b="0">
                <a:solidFill>
                  <a:srgbClr val="64746C"/>
                </a:solidFill>
              </a:defRPr>
            </a:lvl9pPr>
          </a:lstStyle>
          <a:p xmlns:a="http://schemas.openxmlformats.org/drawingml/2006/main">
            <a:pPr>
              <a:defRPr sz="2100" b="0">
                <a:solidFill>
                  <a:srgbClr val="64746C"/>
                </a:solidFill>
              </a:defRPr>
            </a:pPr>
            <a:r>
              <a:rPr sz="2100" b="0">
                <a:solidFill>
                  <a:srgbClr val="64746C"/>
                </a:solidFill>
              </a:rPr>
              <a:t>Tích lũy quá trình học</a:t>
            </a:r>
          </a:p>
          <a:p xmlns:a="http://schemas.openxmlformats.org/drawingml/2006/main">
            <a:pPr>
              <a:defRPr sz="2100" b="0">
                <a:solidFill>
                  <a:srgbClr val="64746C"/>
                </a:solidFill>
              </a:defRPr>
            </a:pPr>
            <a:r>
              <a:rPr sz="2100" b="0">
                <a:solidFill>
                  <a:srgbClr val="64746C"/>
                </a:solidFill>
              </a:rPr>
              <a:t>Chủ động sửa sai</a:t>
            </a:r>
          </a:p>
        </p:txBody>
      </p:sp>
      <p:sp>
        <p:nvSpPr>
          <p:cNvPr id="10" name="">
            <a:extLst xmlns:a="http://schemas.openxmlformats.org/drawingml/2006/main">
              <a:ext uri="{FF2B5EF4-FFF2-40B4-BE49-F238E27FC236}">
                <a16:creationId xmlns:a16="http://schemas.microsoft.com/office/drawing/2014/main" id="{9FD1E6E0-FDFC-48F4-AB21-E5591F1C782D}"/>
              </a:ext>
            </a:extLst>
          </p:cNvPr>
          <p:cNvSpPr>
            <a:spLocks xmlns:a="http://schemas.openxmlformats.org/drawingml/2006/main" noGrp="1"/>
          </p:cNvSpPr>
          <p:nvPr/>
        </p:nvSpPr>
        <p:spPr>
          <a:xfrm xmlns:a="http://schemas.openxmlformats.org/drawingml/2006/main">
            <a:off x="4429125" y="3333750"/>
            <a:ext cx="3524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4746C"/>
                </a:solidFill>
              </a:defRPr>
            </a:defPPr>
            <a:lvl1pPr>
              <a:defRPr sz="2100" b="0">
                <a:solidFill>
                  <a:srgbClr val="64746C"/>
                </a:solidFill>
              </a:defRPr>
            </a:lvl1pPr>
            <a:lvl2pPr>
              <a:defRPr sz="2100" b="0">
                <a:solidFill>
                  <a:srgbClr val="64746C"/>
                </a:solidFill>
              </a:defRPr>
            </a:lvl2pPr>
            <a:lvl3pPr>
              <a:defRPr sz="2100" b="0">
                <a:solidFill>
                  <a:srgbClr val="64746C"/>
                </a:solidFill>
              </a:defRPr>
            </a:lvl3pPr>
            <a:lvl4pPr>
              <a:defRPr sz="2100" b="0">
                <a:solidFill>
                  <a:srgbClr val="64746C"/>
                </a:solidFill>
              </a:defRPr>
            </a:lvl4pPr>
            <a:lvl5pPr>
              <a:defRPr sz="2100" b="0">
                <a:solidFill>
                  <a:srgbClr val="64746C"/>
                </a:solidFill>
              </a:defRPr>
            </a:lvl5pPr>
            <a:lvl6pPr>
              <a:defRPr sz="2100" b="0">
                <a:solidFill>
                  <a:srgbClr val="64746C"/>
                </a:solidFill>
              </a:defRPr>
            </a:lvl6pPr>
            <a:lvl7pPr>
              <a:defRPr sz="2100" b="0">
                <a:solidFill>
                  <a:srgbClr val="64746C"/>
                </a:solidFill>
              </a:defRPr>
            </a:lvl7pPr>
            <a:lvl8pPr>
              <a:defRPr sz="2100" b="0">
                <a:solidFill>
                  <a:srgbClr val="64746C"/>
                </a:solidFill>
              </a:defRPr>
            </a:lvl8pPr>
            <a:lvl9pPr>
              <a:defRPr sz="2100" b="0">
                <a:solidFill>
                  <a:srgbClr val="64746C"/>
                </a:solidFill>
              </a:defRPr>
            </a:lvl9pPr>
          </a:lstStyle>
          <a:p xmlns:a="http://schemas.openxmlformats.org/drawingml/2006/main">
            <a:pPr>
              <a:defRPr sz="2100" b="0">
                <a:solidFill>
                  <a:srgbClr val="64746C"/>
                </a:solidFill>
              </a:defRPr>
            </a:pPr>
            <a:r>
              <a:rPr sz="2100" b="0">
                <a:solidFill>
                  <a:srgbClr val="64746C"/>
                </a:solidFill>
              </a:rPr>
              <a:t>Cấp cây và độ chính xác</a:t>
            </a:r>
          </a:p>
          <a:p xmlns:a="http://schemas.openxmlformats.org/drawingml/2006/main">
            <a:pPr>
              <a:defRPr sz="2100" b="0">
                <a:solidFill>
                  <a:srgbClr val="64746C"/>
                </a:solidFill>
              </a:defRPr>
            </a:pPr>
            <a:r>
              <a:rPr sz="2100" b="0">
                <a:solidFill>
                  <a:srgbClr val="64746C"/>
                </a:solidFill>
              </a:rPr>
              <a:t>Sổ tay, lượt tham gia</a:t>
            </a:r>
          </a:p>
        </p:txBody>
      </p:sp>
      <p:sp>
        <p:nvSpPr>
          <p:cNvPr id="11" name="">
            <a:extLst xmlns:a="http://schemas.openxmlformats.org/drawingml/2006/main">
              <a:ext uri="{FF2B5EF4-FFF2-40B4-BE49-F238E27FC236}">
                <a16:creationId xmlns:a16="http://schemas.microsoft.com/office/drawing/2014/main" id="{B241DB40-DEF6-4F4C-A428-74DCC1C27DA7}"/>
              </a:ext>
            </a:extLst>
          </p:cNvPr>
          <p:cNvSpPr>
            <a:spLocks xmlns:a="http://schemas.openxmlformats.org/drawingml/2006/main" noGrp="1"/>
          </p:cNvSpPr>
          <p:nvPr/>
        </p:nvSpPr>
        <p:spPr>
          <a:xfrm xmlns:a="http://schemas.openxmlformats.org/drawingml/2006/main">
            <a:off x="8334375" y="3333750"/>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4746C"/>
                </a:solidFill>
              </a:defRPr>
            </a:defPPr>
            <a:lvl1pPr>
              <a:defRPr sz="2100" b="0">
                <a:solidFill>
                  <a:srgbClr val="64746C"/>
                </a:solidFill>
              </a:defRPr>
            </a:lvl1pPr>
            <a:lvl2pPr>
              <a:defRPr sz="2100" b="0">
                <a:solidFill>
                  <a:srgbClr val="64746C"/>
                </a:solidFill>
              </a:defRPr>
            </a:lvl2pPr>
            <a:lvl3pPr>
              <a:defRPr sz="2100" b="0">
                <a:solidFill>
                  <a:srgbClr val="64746C"/>
                </a:solidFill>
              </a:defRPr>
            </a:lvl3pPr>
            <a:lvl4pPr>
              <a:defRPr sz="2100" b="0">
                <a:solidFill>
                  <a:srgbClr val="64746C"/>
                </a:solidFill>
              </a:defRPr>
            </a:lvl4pPr>
            <a:lvl5pPr>
              <a:defRPr sz="2100" b="0">
                <a:solidFill>
                  <a:srgbClr val="64746C"/>
                </a:solidFill>
              </a:defRPr>
            </a:lvl5pPr>
            <a:lvl6pPr>
              <a:defRPr sz="2100" b="0">
                <a:solidFill>
                  <a:srgbClr val="64746C"/>
                </a:solidFill>
              </a:defRPr>
            </a:lvl6pPr>
            <a:lvl7pPr>
              <a:defRPr sz="2100" b="0">
                <a:solidFill>
                  <a:srgbClr val="64746C"/>
                </a:solidFill>
              </a:defRPr>
            </a:lvl7pPr>
            <a:lvl8pPr>
              <a:defRPr sz="2100" b="0">
                <a:solidFill>
                  <a:srgbClr val="64746C"/>
                </a:solidFill>
              </a:defRPr>
            </a:lvl8pPr>
            <a:lvl9pPr>
              <a:defRPr sz="2100" b="0">
                <a:solidFill>
                  <a:srgbClr val="64746C"/>
                </a:solidFill>
              </a:defRPr>
            </a:lvl9pPr>
          </a:lstStyle>
          <a:p xmlns:a="http://schemas.openxmlformats.org/drawingml/2006/main">
            <a:pPr>
              <a:defRPr sz="2100" b="0">
                <a:solidFill>
                  <a:srgbClr val="64746C"/>
                </a:solidFill>
              </a:defRPr>
            </a:pPr>
            <a:r>
              <a:rPr sz="2100" b="0">
                <a:solidFill>
                  <a:srgbClr val="64746C"/>
                </a:solidFill>
              </a:rPr>
              <a:t>Xem kết quả</a:t>
            </a:r>
          </a:p>
          <a:p xmlns:a="http://schemas.openxmlformats.org/drawingml/2006/main">
            <a:pPr>
              <a:defRPr sz="2100" b="0">
                <a:solidFill>
                  <a:srgbClr val="64746C"/>
                </a:solidFill>
              </a:defRPr>
            </a:pPr>
            <a:r>
              <a:rPr sz="2100" b="0">
                <a:solidFill>
                  <a:srgbClr val="64746C"/>
                </a:solidFill>
              </a:rPr>
              <a:t>Quyết định ghi nhận</a:t>
            </a:r>
          </a:p>
        </p:txBody>
      </p:sp>
      <p:sp>
        <p:nvSpPr>
          <p:cNvPr id="12" name="">
            <a:extLst xmlns:a="http://schemas.openxmlformats.org/drawingml/2006/main">
              <a:ext uri="{FF2B5EF4-FFF2-40B4-BE49-F238E27FC236}">
                <a16:creationId xmlns:a16="http://schemas.microsoft.com/office/drawing/2014/main" id="{5557B764-C799-497E-8466-81D91503A5D1}"/>
              </a:ext>
            </a:extLst>
          </p:cNvPr>
          <p:cNvSpPr>
            <a:spLocks xmlns:a="http://schemas.openxmlformats.org/drawingml/2006/main" noGrp="1"/>
          </p:cNvSpPr>
          <p:nvPr/>
        </p:nvSpPr>
        <p:spPr>
          <a:xfrm xmlns:a="http://schemas.openxmlformats.org/drawingml/2006/main">
            <a:off x="666750" y="54292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Kiểm tra chính thức có luồng riêng, không bị chặn bởi cấp cây.</a:t>
            </a:r>
          </a:p>
        </p:txBody>
      </p:sp>
    </p:spTree>
    <p:extLst>
      <p:ext uri="{BB962C8B-B14F-4D97-AF65-F5344CB8AC3E}">
        <p14:creationId xmlns:p14="http://schemas.microsoft.com/office/powerpoint/2010/main" val="920569104"/>
      </p:ext>
    </p:extLst>
  </p:cSld>
</p:sld>
</file>

<file path=ppt/slides/slide8.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6FD414B-E086-4C3B-8139-E17269F21DB8}"/>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HỢP TÁC</a:t>
            </a:r>
          </a:p>
        </p:txBody>
      </p:sp>
      <p:sp>
        <p:nvSpPr>
          <p:cNvPr id="3" name="">
            <a:extLst xmlns:a="http://schemas.openxmlformats.org/drawingml/2006/main">
              <a:ext uri="{FF2B5EF4-FFF2-40B4-BE49-F238E27FC236}">
                <a16:creationId xmlns:a16="http://schemas.microsoft.com/office/drawing/2014/main" id="{A0BAAC26-91CE-4358-B477-3D89B4F4C568}"/>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Làm việc nhóm có sản phẩm và trách nhiệm</a:t>
            </a:r>
          </a:p>
        </p:txBody>
      </p:sp>
      <p:sp>
        <p:nvSpPr>
          <p:cNvPr id="4" name="">
            <a:extLst xmlns:a="http://schemas.openxmlformats.org/drawingml/2006/main">
              <a:ext uri="{FF2B5EF4-FFF2-40B4-BE49-F238E27FC236}">
                <a16:creationId xmlns:a16="http://schemas.microsoft.com/office/drawing/2014/main" id="{239517D5-1861-46FD-9561-24679FA5D9A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F19415F6-0B6E-4721-A0AB-171988D3DC53}"/>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08 / 15</a:t>
            </a:r>
          </a:p>
        </p:txBody>
      </p:sp>
      <p:pic>
        <p:nvPicPr>
          <p:cNvPr id="6" name="">
            <a:extLst xmlns:a="http://schemas.openxmlformats.org/drawingml/2006/main">
              <a:ext uri="{FF2B5EF4-FFF2-40B4-BE49-F238E27FC236}">
                <a16:creationId xmlns:a16="http://schemas.microsoft.com/office/drawing/2014/main" id="{D6DB41BD-060F-48DB-8A7D-247305D7C9FA}"/>
              </a:ext>
            </a:extLst>
          </p:cNvPr>
          <p:cNvPicPr>
            <a:picLocks xmlns:a="http://schemas.openxmlformats.org/drawingml/2006/main" noChangeAspect="1"/>
          </p:cNvPicPr>
          <p:nvPr/>
        </p:nvPicPr>
        <p:blipFill>
          <a:blip xmlns:r="http://schemas.openxmlformats.org/officeDocument/2006/relationships" xmlns:a="http://schemas.openxmlformats.org/drawingml/2006/main" r:embed="R97860db4e8434ce5"/>
          <a:stretch xmlns:a="http://schemas.openxmlformats.org/drawingml/2006/main"/>
        </p:blipFill>
        <p:spPr>
          <a:xfrm xmlns:a="http://schemas.openxmlformats.org/drawingml/2006/main">
            <a:off x="6667500" y="2206625"/>
            <a:ext cx="4953000" cy="3302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FBEC0EB-3133-4411-8CB5-A3753AA9FA2C}"/>
              </a:ext>
            </a:extLst>
          </p:cNvPr>
          <p:cNvSpPr>
            <a:spLocks xmlns:a="http://schemas.openxmlformats.org/drawingml/2006/main" noGrp="1"/>
          </p:cNvSpPr>
          <p:nvPr/>
        </p:nvSpPr>
        <p:spPr>
          <a:xfrm xmlns:a="http://schemas.openxmlformats.org/drawingml/2006/main">
            <a:off x="609600" y="20478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8" name="">
            <a:extLst xmlns:a="http://schemas.openxmlformats.org/drawingml/2006/main">
              <a:ext uri="{FF2B5EF4-FFF2-40B4-BE49-F238E27FC236}">
                <a16:creationId xmlns:a16="http://schemas.microsoft.com/office/drawing/2014/main" id="{49EEA7B0-82BE-44B8-AB79-9101E43DDDB6}"/>
              </a:ext>
            </a:extLst>
          </p:cNvPr>
          <p:cNvSpPr>
            <a:spLocks xmlns:a="http://schemas.openxmlformats.org/drawingml/2006/main" noGrp="1"/>
          </p:cNvSpPr>
          <p:nvPr/>
        </p:nvSpPr>
        <p:spPr>
          <a:xfrm xmlns:a="http://schemas.openxmlformats.org/drawingml/2006/main">
            <a:off x="1228725" y="20478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Chia nhóm cân bằng số lượng</a:t>
            </a:r>
          </a:p>
        </p:txBody>
      </p:sp>
      <p:sp>
        <p:nvSpPr>
          <p:cNvPr id="9" name="">
            <a:extLst xmlns:a="http://schemas.openxmlformats.org/drawingml/2006/main">
              <a:ext uri="{FF2B5EF4-FFF2-40B4-BE49-F238E27FC236}">
                <a16:creationId xmlns:a16="http://schemas.microsoft.com/office/drawing/2014/main" id="{D06D1863-4C6F-482B-AC50-6AF08B5835EF}"/>
              </a:ext>
            </a:extLst>
          </p:cNvPr>
          <p:cNvSpPr>
            <a:spLocks xmlns:a="http://schemas.openxmlformats.org/drawingml/2006/main" noGrp="1"/>
          </p:cNvSpPr>
          <p:nvPr/>
        </p:nvSpPr>
        <p:spPr>
          <a:xfrm xmlns:a="http://schemas.openxmlformats.org/drawingml/2006/main">
            <a:off x="1228725" y="25050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Phân nhóm ngẫu nhiên; số thành viên chênh tối đa một.</a:t>
            </a:r>
          </a:p>
        </p:txBody>
      </p:sp>
      <p:sp>
        <p:nvSpPr>
          <p:cNvPr id="10" name="">
            <a:extLst xmlns:a="http://schemas.openxmlformats.org/drawingml/2006/main">
              <a:ext uri="{FF2B5EF4-FFF2-40B4-BE49-F238E27FC236}">
                <a16:creationId xmlns:a16="http://schemas.microsoft.com/office/drawing/2014/main" id="{D054021C-2B2F-441D-B47E-D61C2FB1C961}"/>
              </a:ext>
            </a:extLst>
          </p:cNvPr>
          <p:cNvSpPr>
            <a:spLocks xmlns:a="http://schemas.openxmlformats.org/drawingml/2006/main" noGrp="1"/>
          </p:cNvSpPr>
          <p:nvPr/>
        </p:nvSpPr>
        <p:spPr>
          <a:xfrm xmlns:a="http://schemas.openxmlformats.org/drawingml/2006/main">
            <a:off x="609600" y="33813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1" name="">
            <a:extLst xmlns:a="http://schemas.openxmlformats.org/drawingml/2006/main">
              <a:ext uri="{FF2B5EF4-FFF2-40B4-BE49-F238E27FC236}">
                <a16:creationId xmlns:a16="http://schemas.microsoft.com/office/drawing/2014/main" id="{F21249A6-1E1E-49C2-8907-E046A4F63724}"/>
              </a:ext>
            </a:extLst>
          </p:cNvPr>
          <p:cNvSpPr>
            <a:spLocks xmlns:a="http://schemas.openxmlformats.org/drawingml/2006/main" noGrp="1"/>
          </p:cNvSpPr>
          <p:nvPr/>
        </p:nvSpPr>
        <p:spPr>
          <a:xfrm xmlns:a="http://schemas.openxmlformats.org/drawingml/2006/main">
            <a:off x="1228725" y="33813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Mỗi thành viên có thể nộp bài</a:t>
            </a:r>
          </a:p>
        </p:txBody>
      </p:sp>
      <p:sp>
        <p:nvSpPr>
          <p:cNvPr id="12" name="">
            <a:extLst xmlns:a="http://schemas.openxmlformats.org/drawingml/2006/main">
              <a:ext uri="{FF2B5EF4-FFF2-40B4-BE49-F238E27FC236}">
                <a16:creationId xmlns:a16="http://schemas.microsoft.com/office/drawing/2014/main" id="{6B0F7675-0EE0-4CE4-B66D-2109CCEAB0E7}"/>
              </a:ext>
            </a:extLst>
          </p:cNvPr>
          <p:cNvSpPr>
            <a:spLocks xmlns:a="http://schemas.openxmlformats.org/drawingml/2006/main" noGrp="1"/>
          </p:cNvSpPr>
          <p:nvPr/>
        </p:nvSpPr>
        <p:spPr>
          <a:xfrm xmlns:a="http://schemas.openxmlformats.org/drawingml/2006/main">
            <a:off x="1228725" y="38385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Tập trung tệp và liên kết trong không gian nhóm.</a:t>
            </a:r>
          </a:p>
        </p:txBody>
      </p:sp>
      <p:sp>
        <p:nvSpPr>
          <p:cNvPr id="13" name="">
            <a:extLst xmlns:a="http://schemas.openxmlformats.org/drawingml/2006/main">
              <a:ext uri="{FF2B5EF4-FFF2-40B4-BE49-F238E27FC236}">
                <a16:creationId xmlns:a16="http://schemas.microsoft.com/office/drawing/2014/main" id="{84C54ED9-A774-406E-8A1A-397F38C39E90}"/>
              </a:ext>
            </a:extLst>
          </p:cNvPr>
          <p:cNvSpPr>
            <a:spLocks xmlns:a="http://schemas.openxmlformats.org/drawingml/2006/main" noGrp="1"/>
          </p:cNvSpPr>
          <p:nvPr/>
        </p:nvSpPr>
        <p:spPr>
          <a:xfrm xmlns:a="http://schemas.openxmlformats.org/drawingml/2006/main">
            <a:off x="609600" y="47148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4" name="">
            <a:extLst xmlns:a="http://schemas.openxmlformats.org/drawingml/2006/main">
              <a:ext uri="{FF2B5EF4-FFF2-40B4-BE49-F238E27FC236}">
                <a16:creationId xmlns:a16="http://schemas.microsoft.com/office/drawing/2014/main" id="{6F9239D4-7A77-427C-BC36-4A207C246FFE}"/>
              </a:ext>
            </a:extLst>
          </p:cNvPr>
          <p:cNvSpPr>
            <a:spLocks xmlns:a="http://schemas.openxmlformats.org/drawingml/2006/main" noGrp="1"/>
          </p:cNvSpPr>
          <p:nvPr/>
        </p:nvSpPr>
        <p:spPr>
          <a:xfrm xmlns:a="http://schemas.openxmlformats.org/drawingml/2006/main">
            <a:off x="1228725" y="47148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Giáo viên theo dõi chung</a:t>
            </a:r>
          </a:p>
        </p:txBody>
      </p:sp>
      <p:sp>
        <p:nvSpPr>
          <p:cNvPr id="15" name="">
            <a:extLst xmlns:a="http://schemas.openxmlformats.org/drawingml/2006/main">
              <a:ext uri="{FF2B5EF4-FFF2-40B4-BE49-F238E27FC236}">
                <a16:creationId xmlns:a16="http://schemas.microsoft.com/office/drawing/2014/main" id="{4CEBB988-27CD-43A6-979C-5D64651900FB}"/>
              </a:ext>
            </a:extLst>
          </p:cNvPr>
          <p:cNvSpPr>
            <a:spLocks xmlns:a="http://schemas.openxmlformats.org/drawingml/2006/main" noGrp="1"/>
          </p:cNvSpPr>
          <p:nvPr/>
        </p:nvSpPr>
        <p:spPr>
          <a:xfrm xmlns:a="http://schemas.openxmlformats.org/drawingml/2006/main">
            <a:off x="1228725" y="5172075"/>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Xem sản phẩm và tiến độ thực hiện nhiệm vụ.</a:t>
            </a:r>
          </a:p>
        </p:txBody>
      </p:sp>
    </p:spTree>
    <p:extLst>
      <p:ext uri="{BB962C8B-B14F-4D97-AF65-F5344CB8AC3E}">
        <p14:creationId xmlns:p14="http://schemas.microsoft.com/office/powerpoint/2010/main" val="981017314"/>
      </p:ext>
    </p:extLst>
  </p:cSld>
</p:sld>
</file>

<file path=ppt/slides/slide9.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C5B6DC-2122-452C-AE5E-3C4AA896495F}"/>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PHẢN HỒI GIỮA CÁC NHÓM</a:t>
            </a:r>
          </a:p>
        </p:txBody>
      </p:sp>
      <p:sp>
        <p:nvSpPr>
          <p:cNvPr id="3" name="">
            <a:extLst xmlns:a="http://schemas.openxmlformats.org/drawingml/2006/main">
              <a:ext uri="{FF2B5EF4-FFF2-40B4-BE49-F238E27FC236}">
                <a16:creationId xmlns:a16="http://schemas.microsoft.com/office/drawing/2014/main" id="{A19BF496-DE79-460F-AE67-B1F63BF52C4D}"/>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Phản biện để học từ cách làm của nhau</a:t>
            </a:r>
          </a:p>
        </p:txBody>
      </p:sp>
      <p:sp>
        <p:nvSpPr>
          <p:cNvPr id="4" name="">
            <a:extLst xmlns:a="http://schemas.openxmlformats.org/drawingml/2006/main">
              <a:ext uri="{FF2B5EF4-FFF2-40B4-BE49-F238E27FC236}">
                <a16:creationId xmlns:a16="http://schemas.microsoft.com/office/drawing/2014/main" id="{1FC48C42-46C8-47E8-887D-8F8551E5611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785087D6-9CBD-4419-80CA-308223123475}"/>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09 / 15</a:t>
            </a:r>
          </a:p>
        </p:txBody>
      </p:sp>
      <p:sp>
        <p:nvSpPr>
          <p:cNvPr id="6" name="">
            <a:extLst xmlns:a="http://schemas.openxmlformats.org/drawingml/2006/main">
              <a:ext uri="{FF2B5EF4-FFF2-40B4-BE49-F238E27FC236}">
                <a16:creationId xmlns:a16="http://schemas.microsoft.com/office/drawing/2014/main" id="{E7D8C086-4AD1-44FE-882B-E79991DC55FE}"/>
              </a:ext>
            </a:extLst>
          </p:cNvPr>
          <p:cNvSpPr>
            <a:spLocks xmlns:a="http://schemas.openxmlformats.org/drawingml/2006/main" noGrp="1"/>
          </p:cNvSpPr>
          <p:nvPr/>
        </p:nvSpPr>
        <p:spPr>
          <a:xfrm xmlns:a="http://schemas.openxmlformats.org/drawingml/2006/main">
            <a:off x="714375" y="2190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B27B29"/>
                </a:solidFill>
              </a:defRPr>
            </a:defPPr>
            <a:lvl1pPr>
              <a:defRPr sz="5250" b="1">
                <a:solidFill>
                  <a:srgbClr val="B27B29"/>
                </a:solidFill>
              </a:defRPr>
            </a:lvl1pPr>
            <a:lvl2pPr>
              <a:defRPr sz="5250" b="1">
                <a:solidFill>
                  <a:srgbClr val="B27B29"/>
                </a:solidFill>
              </a:defRPr>
            </a:lvl2pPr>
            <a:lvl3pPr>
              <a:defRPr sz="5250" b="1">
                <a:solidFill>
                  <a:srgbClr val="B27B29"/>
                </a:solidFill>
              </a:defRPr>
            </a:lvl3pPr>
            <a:lvl4pPr>
              <a:defRPr sz="5250" b="1">
                <a:solidFill>
                  <a:srgbClr val="B27B29"/>
                </a:solidFill>
              </a:defRPr>
            </a:lvl4pPr>
            <a:lvl5pPr>
              <a:defRPr sz="5250" b="1">
                <a:solidFill>
                  <a:srgbClr val="B27B29"/>
                </a:solidFill>
              </a:defRPr>
            </a:lvl5pPr>
            <a:lvl6pPr>
              <a:defRPr sz="5250" b="1">
                <a:solidFill>
                  <a:srgbClr val="B27B29"/>
                </a:solidFill>
              </a:defRPr>
            </a:lvl6pPr>
            <a:lvl7pPr>
              <a:defRPr sz="5250" b="1">
                <a:solidFill>
                  <a:srgbClr val="B27B29"/>
                </a:solidFill>
              </a:defRPr>
            </a:lvl7pPr>
            <a:lvl8pPr>
              <a:defRPr sz="5250" b="1">
                <a:solidFill>
                  <a:srgbClr val="B27B29"/>
                </a:solidFill>
              </a:defRPr>
            </a:lvl8pPr>
            <a:lvl9pPr>
              <a:defRPr sz="5250" b="1">
                <a:solidFill>
                  <a:srgbClr val="B27B29"/>
                </a:solidFill>
              </a:defRPr>
            </a:lvl9pPr>
          </a:lstStyle>
          <a:p xmlns:a="http://schemas.openxmlformats.org/drawingml/2006/main">
            <a:pPr>
              <a:defRPr sz="5250" b="1">
                <a:solidFill>
                  <a:srgbClr val="B27B29"/>
                </a:solidFill>
              </a:defRPr>
            </a:pPr>
            <a:r>
              <a:rPr sz="5250" b="1">
                <a:solidFill>
                  <a:srgbClr val="B27B29"/>
                </a:solidFill>
              </a:rPr>
              <a:t>01</a:t>
            </a:r>
          </a:p>
        </p:txBody>
      </p:sp>
      <p:sp>
        <p:nvSpPr>
          <p:cNvPr id="7" name="">
            <a:extLst xmlns:a="http://schemas.openxmlformats.org/drawingml/2006/main">
              <a:ext uri="{FF2B5EF4-FFF2-40B4-BE49-F238E27FC236}">
                <a16:creationId xmlns:a16="http://schemas.microsoft.com/office/drawing/2014/main" id="{5CA7B05D-BDD3-4D7D-996B-44B7BCECF4E5}"/>
              </a:ext>
            </a:extLst>
          </p:cNvPr>
          <p:cNvSpPr>
            <a:spLocks xmlns:a="http://schemas.openxmlformats.org/drawingml/2006/main" noGrp="1"/>
          </p:cNvSpPr>
          <p:nvPr/>
        </p:nvSpPr>
        <p:spPr>
          <a:xfrm xmlns:a="http://schemas.openxmlformats.org/drawingml/2006/main">
            <a:off x="714375" y="3286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F35"/>
                </a:solidFill>
              </a:defRPr>
            </a:defPPr>
            <a:lvl1pPr>
              <a:defRPr sz="2475" b="1">
                <a:solidFill>
                  <a:srgbClr val="173F35"/>
                </a:solidFill>
              </a:defRPr>
            </a:lvl1pPr>
            <a:lvl2pPr>
              <a:defRPr sz="2475" b="1">
                <a:solidFill>
                  <a:srgbClr val="173F35"/>
                </a:solidFill>
              </a:defRPr>
            </a:lvl2pPr>
            <a:lvl3pPr>
              <a:defRPr sz="2475" b="1">
                <a:solidFill>
                  <a:srgbClr val="173F35"/>
                </a:solidFill>
              </a:defRPr>
            </a:lvl3pPr>
            <a:lvl4pPr>
              <a:defRPr sz="2475" b="1">
                <a:solidFill>
                  <a:srgbClr val="173F35"/>
                </a:solidFill>
              </a:defRPr>
            </a:lvl4pPr>
            <a:lvl5pPr>
              <a:defRPr sz="2475" b="1">
                <a:solidFill>
                  <a:srgbClr val="173F35"/>
                </a:solidFill>
              </a:defRPr>
            </a:lvl5pPr>
            <a:lvl6pPr>
              <a:defRPr sz="2475" b="1">
                <a:solidFill>
                  <a:srgbClr val="173F35"/>
                </a:solidFill>
              </a:defRPr>
            </a:lvl6pPr>
            <a:lvl7pPr>
              <a:defRPr sz="2475" b="1">
                <a:solidFill>
                  <a:srgbClr val="173F35"/>
                </a:solidFill>
              </a:defRPr>
            </a:lvl7pPr>
            <a:lvl8pPr>
              <a:defRPr sz="2475" b="1">
                <a:solidFill>
                  <a:srgbClr val="173F35"/>
                </a:solidFill>
              </a:defRPr>
            </a:lvl8pPr>
            <a:lvl9pPr>
              <a:defRPr sz="2475" b="1">
                <a:solidFill>
                  <a:srgbClr val="173F35"/>
                </a:solidFill>
              </a:defRPr>
            </a:lvl9pPr>
          </a:lstStyle>
          <a:p xmlns:a="http://schemas.openxmlformats.org/drawingml/2006/main">
            <a:pPr>
              <a:defRPr sz="2475" b="1">
                <a:solidFill>
                  <a:srgbClr val="173F35"/>
                </a:solidFill>
              </a:defRPr>
            </a:pPr>
            <a:r>
              <a:rPr sz="2475" b="1">
                <a:solidFill>
                  <a:srgbClr val="173F35"/>
                </a:solidFill>
              </a:rPr>
              <a:t>Nộp sản phẩm</a:t>
            </a:r>
          </a:p>
        </p:txBody>
      </p:sp>
      <p:sp>
        <p:nvSpPr>
          <p:cNvPr id="8" name="">
            <a:extLst xmlns:a="http://schemas.openxmlformats.org/drawingml/2006/main">
              <a:ext uri="{FF2B5EF4-FFF2-40B4-BE49-F238E27FC236}">
                <a16:creationId xmlns:a16="http://schemas.microsoft.com/office/drawing/2014/main" id="{6D06232D-38A9-4C3D-80F6-1C5A493F9E78}"/>
              </a:ext>
            </a:extLst>
          </p:cNvPr>
          <p:cNvSpPr>
            <a:spLocks xmlns:a="http://schemas.openxmlformats.org/drawingml/2006/main" noGrp="1"/>
          </p:cNvSpPr>
          <p:nvPr/>
        </p:nvSpPr>
        <p:spPr>
          <a:xfrm xmlns:a="http://schemas.openxmlformats.org/drawingml/2006/main">
            <a:off x="4572000" y="2190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B27B29"/>
                </a:solidFill>
              </a:defRPr>
            </a:defPPr>
            <a:lvl1pPr>
              <a:defRPr sz="5250" b="1">
                <a:solidFill>
                  <a:srgbClr val="B27B29"/>
                </a:solidFill>
              </a:defRPr>
            </a:lvl1pPr>
            <a:lvl2pPr>
              <a:defRPr sz="5250" b="1">
                <a:solidFill>
                  <a:srgbClr val="B27B29"/>
                </a:solidFill>
              </a:defRPr>
            </a:lvl2pPr>
            <a:lvl3pPr>
              <a:defRPr sz="5250" b="1">
                <a:solidFill>
                  <a:srgbClr val="B27B29"/>
                </a:solidFill>
              </a:defRPr>
            </a:lvl3pPr>
            <a:lvl4pPr>
              <a:defRPr sz="5250" b="1">
                <a:solidFill>
                  <a:srgbClr val="B27B29"/>
                </a:solidFill>
              </a:defRPr>
            </a:lvl4pPr>
            <a:lvl5pPr>
              <a:defRPr sz="5250" b="1">
                <a:solidFill>
                  <a:srgbClr val="B27B29"/>
                </a:solidFill>
              </a:defRPr>
            </a:lvl5pPr>
            <a:lvl6pPr>
              <a:defRPr sz="5250" b="1">
                <a:solidFill>
                  <a:srgbClr val="B27B29"/>
                </a:solidFill>
              </a:defRPr>
            </a:lvl6pPr>
            <a:lvl7pPr>
              <a:defRPr sz="5250" b="1">
                <a:solidFill>
                  <a:srgbClr val="B27B29"/>
                </a:solidFill>
              </a:defRPr>
            </a:lvl7pPr>
            <a:lvl8pPr>
              <a:defRPr sz="5250" b="1">
                <a:solidFill>
                  <a:srgbClr val="B27B29"/>
                </a:solidFill>
              </a:defRPr>
            </a:lvl8pPr>
            <a:lvl9pPr>
              <a:defRPr sz="5250" b="1">
                <a:solidFill>
                  <a:srgbClr val="B27B29"/>
                </a:solidFill>
              </a:defRPr>
            </a:lvl9pPr>
          </a:lstStyle>
          <a:p xmlns:a="http://schemas.openxmlformats.org/drawingml/2006/main">
            <a:pPr>
              <a:defRPr sz="5250" b="1">
                <a:solidFill>
                  <a:srgbClr val="B27B29"/>
                </a:solidFill>
              </a:defRPr>
            </a:pPr>
            <a:r>
              <a:rPr sz="5250" b="1">
                <a:solidFill>
                  <a:srgbClr val="B27B29"/>
                </a:solidFill>
              </a:rPr>
              <a:t>02</a:t>
            </a:r>
          </a:p>
        </p:txBody>
      </p:sp>
      <p:sp>
        <p:nvSpPr>
          <p:cNvPr id="9" name="">
            <a:extLst xmlns:a="http://schemas.openxmlformats.org/drawingml/2006/main">
              <a:ext uri="{FF2B5EF4-FFF2-40B4-BE49-F238E27FC236}">
                <a16:creationId xmlns:a16="http://schemas.microsoft.com/office/drawing/2014/main" id="{02152973-F2D7-42CA-B7D5-AFB3A2901467}"/>
              </a:ext>
            </a:extLst>
          </p:cNvPr>
          <p:cNvSpPr>
            <a:spLocks xmlns:a="http://schemas.openxmlformats.org/drawingml/2006/main" noGrp="1"/>
          </p:cNvSpPr>
          <p:nvPr/>
        </p:nvSpPr>
        <p:spPr>
          <a:xfrm xmlns:a="http://schemas.openxmlformats.org/drawingml/2006/main">
            <a:off x="4572000" y="3286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F35"/>
                </a:solidFill>
              </a:defRPr>
            </a:defPPr>
            <a:lvl1pPr>
              <a:defRPr sz="2475" b="1">
                <a:solidFill>
                  <a:srgbClr val="173F35"/>
                </a:solidFill>
              </a:defRPr>
            </a:lvl1pPr>
            <a:lvl2pPr>
              <a:defRPr sz="2475" b="1">
                <a:solidFill>
                  <a:srgbClr val="173F35"/>
                </a:solidFill>
              </a:defRPr>
            </a:lvl2pPr>
            <a:lvl3pPr>
              <a:defRPr sz="2475" b="1">
                <a:solidFill>
                  <a:srgbClr val="173F35"/>
                </a:solidFill>
              </a:defRPr>
            </a:lvl3pPr>
            <a:lvl4pPr>
              <a:defRPr sz="2475" b="1">
                <a:solidFill>
                  <a:srgbClr val="173F35"/>
                </a:solidFill>
              </a:defRPr>
            </a:lvl4pPr>
            <a:lvl5pPr>
              <a:defRPr sz="2475" b="1">
                <a:solidFill>
                  <a:srgbClr val="173F35"/>
                </a:solidFill>
              </a:defRPr>
            </a:lvl5pPr>
            <a:lvl6pPr>
              <a:defRPr sz="2475" b="1">
                <a:solidFill>
                  <a:srgbClr val="173F35"/>
                </a:solidFill>
              </a:defRPr>
            </a:lvl6pPr>
            <a:lvl7pPr>
              <a:defRPr sz="2475" b="1">
                <a:solidFill>
                  <a:srgbClr val="173F35"/>
                </a:solidFill>
              </a:defRPr>
            </a:lvl7pPr>
            <a:lvl8pPr>
              <a:defRPr sz="2475" b="1">
                <a:solidFill>
                  <a:srgbClr val="173F35"/>
                </a:solidFill>
              </a:defRPr>
            </a:lvl8pPr>
            <a:lvl9pPr>
              <a:defRPr sz="2475" b="1">
                <a:solidFill>
                  <a:srgbClr val="173F35"/>
                </a:solidFill>
              </a:defRPr>
            </a:lvl9pPr>
          </a:lstStyle>
          <a:p xmlns:a="http://schemas.openxmlformats.org/drawingml/2006/main">
            <a:pPr>
              <a:defRPr sz="2475" b="1">
                <a:solidFill>
                  <a:srgbClr val="173F35"/>
                </a:solidFill>
              </a:defRPr>
            </a:pPr>
            <a:r>
              <a:rPr sz="2475" b="1">
                <a:solidFill>
                  <a:srgbClr val="173F35"/>
                </a:solidFill>
              </a:rPr>
              <a:t>Đặt câu hỏi</a:t>
            </a:r>
          </a:p>
        </p:txBody>
      </p:sp>
      <p:sp>
        <p:nvSpPr>
          <p:cNvPr id="10" name="">
            <a:extLst xmlns:a="http://schemas.openxmlformats.org/drawingml/2006/main">
              <a:ext uri="{FF2B5EF4-FFF2-40B4-BE49-F238E27FC236}">
                <a16:creationId xmlns:a16="http://schemas.microsoft.com/office/drawing/2014/main" id="{42D0D672-8DEE-4E3F-8281-5651E1B90C90}"/>
              </a:ext>
            </a:extLst>
          </p:cNvPr>
          <p:cNvSpPr>
            <a:spLocks xmlns:a="http://schemas.openxmlformats.org/drawingml/2006/main" noGrp="1"/>
          </p:cNvSpPr>
          <p:nvPr/>
        </p:nvSpPr>
        <p:spPr>
          <a:xfrm xmlns:a="http://schemas.openxmlformats.org/drawingml/2006/main">
            <a:off x="8429625" y="21907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B27B29"/>
                </a:solidFill>
              </a:defRPr>
            </a:defPPr>
            <a:lvl1pPr>
              <a:defRPr sz="5250" b="1">
                <a:solidFill>
                  <a:srgbClr val="B27B29"/>
                </a:solidFill>
              </a:defRPr>
            </a:lvl1pPr>
            <a:lvl2pPr>
              <a:defRPr sz="5250" b="1">
                <a:solidFill>
                  <a:srgbClr val="B27B29"/>
                </a:solidFill>
              </a:defRPr>
            </a:lvl2pPr>
            <a:lvl3pPr>
              <a:defRPr sz="5250" b="1">
                <a:solidFill>
                  <a:srgbClr val="B27B29"/>
                </a:solidFill>
              </a:defRPr>
            </a:lvl3pPr>
            <a:lvl4pPr>
              <a:defRPr sz="5250" b="1">
                <a:solidFill>
                  <a:srgbClr val="B27B29"/>
                </a:solidFill>
              </a:defRPr>
            </a:lvl4pPr>
            <a:lvl5pPr>
              <a:defRPr sz="5250" b="1">
                <a:solidFill>
                  <a:srgbClr val="B27B29"/>
                </a:solidFill>
              </a:defRPr>
            </a:lvl5pPr>
            <a:lvl6pPr>
              <a:defRPr sz="5250" b="1">
                <a:solidFill>
                  <a:srgbClr val="B27B29"/>
                </a:solidFill>
              </a:defRPr>
            </a:lvl6pPr>
            <a:lvl7pPr>
              <a:defRPr sz="5250" b="1">
                <a:solidFill>
                  <a:srgbClr val="B27B29"/>
                </a:solidFill>
              </a:defRPr>
            </a:lvl7pPr>
            <a:lvl8pPr>
              <a:defRPr sz="5250" b="1">
                <a:solidFill>
                  <a:srgbClr val="B27B29"/>
                </a:solidFill>
              </a:defRPr>
            </a:lvl8pPr>
            <a:lvl9pPr>
              <a:defRPr sz="5250" b="1">
                <a:solidFill>
                  <a:srgbClr val="B27B29"/>
                </a:solidFill>
              </a:defRPr>
            </a:lvl9pPr>
          </a:lstStyle>
          <a:p xmlns:a="http://schemas.openxmlformats.org/drawingml/2006/main">
            <a:pPr>
              <a:defRPr sz="5250" b="1">
                <a:solidFill>
                  <a:srgbClr val="B27B29"/>
                </a:solidFill>
              </a:defRPr>
            </a:pPr>
            <a:r>
              <a:rPr sz="5250" b="1">
                <a:solidFill>
                  <a:srgbClr val="B27B29"/>
                </a:solidFill>
              </a:rPr>
              <a:t>03</a:t>
            </a:r>
          </a:p>
        </p:txBody>
      </p:sp>
      <p:sp>
        <p:nvSpPr>
          <p:cNvPr id="11" name="">
            <a:extLst xmlns:a="http://schemas.openxmlformats.org/drawingml/2006/main">
              <a:ext uri="{FF2B5EF4-FFF2-40B4-BE49-F238E27FC236}">
                <a16:creationId xmlns:a16="http://schemas.microsoft.com/office/drawing/2014/main" id="{57EF223B-298F-4A62-8E39-057DE5B92BB9}"/>
              </a:ext>
            </a:extLst>
          </p:cNvPr>
          <p:cNvSpPr>
            <a:spLocks xmlns:a="http://schemas.openxmlformats.org/drawingml/2006/main" noGrp="1"/>
          </p:cNvSpPr>
          <p:nvPr/>
        </p:nvSpPr>
        <p:spPr>
          <a:xfrm xmlns:a="http://schemas.openxmlformats.org/drawingml/2006/main">
            <a:off x="8429625" y="32861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F35"/>
                </a:solidFill>
              </a:defRPr>
            </a:defPPr>
            <a:lvl1pPr>
              <a:defRPr sz="2475" b="1">
                <a:solidFill>
                  <a:srgbClr val="173F35"/>
                </a:solidFill>
              </a:defRPr>
            </a:lvl1pPr>
            <a:lvl2pPr>
              <a:defRPr sz="2475" b="1">
                <a:solidFill>
                  <a:srgbClr val="173F35"/>
                </a:solidFill>
              </a:defRPr>
            </a:lvl2pPr>
            <a:lvl3pPr>
              <a:defRPr sz="2475" b="1">
                <a:solidFill>
                  <a:srgbClr val="173F35"/>
                </a:solidFill>
              </a:defRPr>
            </a:lvl3pPr>
            <a:lvl4pPr>
              <a:defRPr sz="2475" b="1">
                <a:solidFill>
                  <a:srgbClr val="173F35"/>
                </a:solidFill>
              </a:defRPr>
            </a:lvl4pPr>
            <a:lvl5pPr>
              <a:defRPr sz="2475" b="1">
                <a:solidFill>
                  <a:srgbClr val="173F35"/>
                </a:solidFill>
              </a:defRPr>
            </a:lvl5pPr>
            <a:lvl6pPr>
              <a:defRPr sz="2475" b="1">
                <a:solidFill>
                  <a:srgbClr val="173F35"/>
                </a:solidFill>
              </a:defRPr>
            </a:lvl6pPr>
            <a:lvl7pPr>
              <a:defRPr sz="2475" b="1">
                <a:solidFill>
                  <a:srgbClr val="173F35"/>
                </a:solidFill>
              </a:defRPr>
            </a:lvl7pPr>
            <a:lvl8pPr>
              <a:defRPr sz="2475" b="1">
                <a:solidFill>
                  <a:srgbClr val="173F35"/>
                </a:solidFill>
              </a:defRPr>
            </a:lvl8pPr>
            <a:lvl9pPr>
              <a:defRPr sz="2475" b="1">
                <a:solidFill>
                  <a:srgbClr val="173F35"/>
                </a:solidFill>
              </a:defRPr>
            </a:lvl9pPr>
          </a:lstStyle>
          <a:p xmlns:a="http://schemas.openxmlformats.org/drawingml/2006/main">
            <a:pPr>
              <a:defRPr sz="2475" b="1">
                <a:solidFill>
                  <a:srgbClr val="173F35"/>
                </a:solidFill>
              </a:defRPr>
            </a:pPr>
            <a:r>
              <a:rPr sz="2475" b="1">
                <a:solidFill>
                  <a:srgbClr val="173F35"/>
                </a:solidFill>
              </a:rPr>
              <a:t>Giải thích và hoàn thiện</a:t>
            </a:r>
          </a:p>
        </p:txBody>
      </p:sp>
      <p:sp>
        <p:nvSpPr>
          <p:cNvPr id="12" name="">
            <a:extLst xmlns:a="http://schemas.openxmlformats.org/drawingml/2006/main">
              <a:ext uri="{FF2B5EF4-FFF2-40B4-BE49-F238E27FC236}">
                <a16:creationId xmlns:a16="http://schemas.microsoft.com/office/drawing/2014/main" id="{D38487F7-C434-4EAD-A585-1F8F5DD51F03}"/>
              </a:ext>
            </a:extLst>
          </p:cNvPr>
          <p:cNvSpPr>
            <a:spLocks xmlns:a="http://schemas.openxmlformats.org/drawingml/2006/main" noGrp="1"/>
          </p:cNvSpPr>
          <p:nvPr/>
        </p:nvSpPr>
        <p:spPr>
          <a:xfrm xmlns:a="http://schemas.openxmlformats.org/drawingml/2006/main">
            <a:off x="714375" y="48101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64746C"/>
                </a:solidFill>
              </a:defRPr>
            </a:defPPr>
            <a:lvl1pPr>
              <a:defRPr sz="2400" b="0">
                <a:solidFill>
                  <a:srgbClr val="64746C"/>
                </a:solidFill>
              </a:defRPr>
            </a:lvl1pPr>
            <a:lvl2pPr>
              <a:defRPr sz="2400" b="0">
                <a:solidFill>
                  <a:srgbClr val="64746C"/>
                </a:solidFill>
              </a:defRPr>
            </a:lvl2pPr>
            <a:lvl3pPr>
              <a:defRPr sz="2400" b="0">
                <a:solidFill>
                  <a:srgbClr val="64746C"/>
                </a:solidFill>
              </a:defRPr>
            </a:lvl3pPr>
            <a:lvl4pPr>
              <a:defRPr sz="2400" b="0">
                <a:solidFill>
                  <a:srgbClr val="64746C"/>
                </a:solidFill>
              </a:defRPr>
            </a:lvl4pPr>
            <a:lvl5pPr>
              <a:defRPr sz="2400" b="0">
                <a:solidFill>
                  <a:srgbClr val="64746C"/>
                </a:solidFill>
              </a:defRPr>
            </a:lvl5pPr>
            <a:lvl6pPr>
              <a:defRPr sz="2400" b="0">
                <a:solidFill>
                  <a:srgbClr val="64746C"/>
                </a:solidFill>
              </a:defRPr>
            </a:lvl6pPr>
            <a:lvl7pPr>
              <a:defRPr sz="2400" b="0">
                <a:solidFill>
                  <a:srgbClr val="64746C"/>
                </a:solidFill>
              </a:defRPr>
            </a:lvl7pPr>
            <a:lvl8pPr>
              <a:defRPr sz="2400" b="0">
                <a:solidFill>
                  <a:srgbClr val="64746C"/>
                </a:solidFill>
              </a:defRPr>
            </a:lvl8pPr>
            <a:lvl9pPr>
              <a:defRPr sz="2400" b="0">
                <a:solidFill>
                  <a:srgbClr val="64746C"/>
                </a:solidFill>
              </a:defRPr>
            </a:lvl9pPr>
          </a:lstStyle>
          <a:p xmlns:a="http://schemas.openxmlformats.org/drawingml/2006/main">
            <a:pPr>
              <a:defRPr sz="2400" b="0">
                <a:solidFill>
                  <a:srgbClr val="64746C"/>
                </a:solidFill>
              </a:defRPr>
            </a:pPr>
            <a:r>
              <a:rPr sz="2400" b="0">
                <a:solidFill>
                  <a:srgbClr val="64746C"/>
                </a:solidFill>
              </a:rPr>
              <a:t>Sau giai đoạn nộp bài, các nhóm trao đổi dưới sự điều phối của giáo viên.</a:t>
            </a:r>
          </a:p>
        </p:txBody>
      </p:sp>
    </p:spTree>
    <p:extLst>
      <p:ext uri="{BB962C8B-B14F-4D97-AF65-F5344CB8AC3E}">
        <p14:creationId xmlns:p14="http://schemas.microsoft.com/office/powerpoint/2010/main" val="1056908388"/>
      </p:ext>
    </p:extLst>
  </p:cSld>
</p:sld>
</file>

<file path=ppt/slides/slide10.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80DCA7D-C8C0-444A-9123-D6631746F229}"/>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ĐÁNH GIÁ</a:t>
            </a:r>
          </a:p>
        </p:txBody>
      </p:sp>
      <p:sp>
        <p:nvSpPr>
          <p:cNvPr id="3" name="">
            <a:extLst xmlns:a="http://schemas.openxmlformats.org/drawingml/2006/main">
              <a:ext uri="{FF2B5EF4-FFF2-40B4-BE49-F238E27FC236}">
                <a16:creationId xmlns:a16="http://schemas.microsoft.com/office/drawing/2014/main" id="{0F93E3E4-54A7-4B47-A087-B080F28067FA}"/>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Kiểm tra trực tuyến trong cùng một quy trình</a:t>
            </a:r>
          </a:p>
        </p:txBody>
      </p:sp>
      <p:sp>
        <p:nvSpPr>
          <p:cNvPr id="4" name="">
            <a:extLst xmlns:a="http://schemas.openxmlformats.org/drawingml/2006/main">
              <a:ext uri="{FF2B5EF4-FFF2-40B4-BE49-F238E27FC236}">
                <a16:creationId xmlns:a16="http://schemas.microsoft.com/office/drawing/2014/main" id="{3D4AB5CD-4E53-43B0-9AC6-2D61585C4E53}"/>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29935493-0584-46ED-827D-C7EE5217A220}"/>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10 / 15</a:t>
            </a:r>
          </a:p>
        </p:txBody>
      </p:sp>
      <p:sp>
        <p:nvSpPr>
          <p:cNvPr id="6" name="">
            <a:extLst xmlns:a="http://schemas.openxmlformats.org/drawingml/2006/main">
              <a:ext uri="{FF2B5EF4-FFF2-40B4-BE49-F238E27FC236}">
                <a16:creationId xmlns:a16="http://schemas.microsoft.com/office/drawing/2014/main" id="{263A45FD-CCB4-486B-BEC0-824D39D339E6}"/>
              </a:ext>
            </a:extLst>
          </p:cNvPr>
          <p:cNvSpPr>
            <a:spLocks xmlns:a="http://schemas.openxmlformats.org/drawingml/2006/main" noGrp="1"/>
          </p:cNvSpPr>
          <p:nvPr/>
        </p:nvSpPr>
        <p:spPr>
          <a:xfrm xmlns:a="http://schemas.openxmlformats.org/drawingml/2006/main">
            <a:off x="609600" y="20955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7" name="">
            <a:extLst xmlns:a="http://schemas.openxmlformats.org/drawingml/2006/main">
              <a:ext uri="{FF2B5EF4-FFF2-40B4-BE49-F238E27FC236}">
                <a16:creationId xmlns:a16="http://schemas.microsoft.com/office/drawing/2014/main" id="{73C39952-4EB9-42FD-8880-D8A90CDF7D05}"/>
              </a:ext>
            </a:extLst>
          </p:cNvPr>
          <p:cNvSpPr>
            <a:spLocks xmlns:a="http://schemas.openxmlformats.org/drawingml/2006/main" noGrp="1"/>
          </p:cNvSpPr>
          <p:nvPr/>
        </p:nvSpPr>
        <p:spPr>
          <a:xfrm xmlns:a="http://schemas.openxmlformats.org/drawingml/2006/main">
            <a:off x="1228725" y="2095500"/>
            <a:ext cx="6048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Chuẩn bị đề</a:t>
            </a:r>
          </a:p>
        </p:txBody>
      </p:sp>
      <p:sp>
        <p:nvSpPr>
          <p:cNvPr id="8" name="">
            <a:extLst xmlns:a="http://schemas.openxmlformats.org/drawingml/2006/main">
              <a:ext uri="{FF2B5EF4-FFF2-40B4-BE49-F238E27FC236}">
                <a16:creationId xmlns:a16="http://schemas.microsoft.com/office/drawing/2014/main" id="{AFD430C0-4D66-4FBD-A64E-B523DAF354FE}"/>
              </a:ext>
            </a:extLst>
          </p:cNvPr>
          <p:cNvSpPr>
            <a:spLocks xmlns:a="http://schemas.openxmlformats.org/drawingml/2006/main" noGrp="1"/>
          </p:cNvSpPr>
          <p:nvPr/>
        </p:nvSpPr>
        <p:spPr>
          <a:xfrm xmlns:a="http://schemas.openxmlformats.org/drawingml/2006/main">
            <a:off x="1228725" y="2552700"/>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Dùng ngân hàng câu hỏi hoặc nhập Word/CSV.</a:t>
            </a:r>
          </a:p>
        </p:txBody>
      </p:sp>
      <p:sp>
        <p:nvSpPr>
          <p:cNvPr id="9" name="">
            <a:extLst xmlns:a="http://schemas.openxmlformats.org/drawingml/2006/main">
              <a:ext uri="{FF2B5EF4-FFF2-40B4-BE49-F238E27FC236}">
                <a16:creationId xmlns:a16="http://schemas.microsoft.com/office/drawing/2014/main" id="{BC29D30E-94AB-4ACB-AAD3-0FCF9BEEAF30}"/>
              </a:ext>
            </a:extLst>
          </p:cNvPr>
          <p:cNvSpPr>
            <a:spLocks xmlns:a="http://schemas.openxmlformats.org/drawingml/2006/main" noGrp="1"/>
          </p:cNvSpPr>
          <p:nvPr/>
        </p:nvSpPr>
        <p:spPr>
          <a:xfrm xmlns:a="http://schemas.openxmlformats.org/drawingml/2006/main">
            <a:off x="609600" y="33813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0" name="">
            <a:extLst xmlns:a="http://schemas.openxmlformats.org/drawingml/2006/main">
              <a:ext uri="{FF2B5EF4-FFF2-40B4-BE49-F238E27FC236}">
                <a16:creationId xmlns:a16="http://schemas.microsoft.com/office/drawing/2014/main" id="{99094649-627B-4312-889C-0A5978D464F2}"/>
              </a:ext>
            </a:extLst>
          </p:cNvPr>
          <p:cNvSpPr>
            <a:spLocks xmlns:a="http://schemas.openxmlformats.org/drawingml/2006/main" noGrp="1"/>
          </p:cNvSpPr>
          <p:nvPr/>
        </p:nvSpPr>
        <p:spPr>
          <a:xfrm xmlns:a="http://schemas.openxmlformats.org/drawingml/2006/main">
            <a:off x="1228725" y="3381375"/>
            <a:ext cx="6048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Tổ chức kiểm tra</a:t>
            </a:r>
          </a:p>
        </p:txBody>
      </p:sp>
      <p:sp>
        <p:nvSpPr>
          <p:cNvPr id="11" name="">
            <a:extLst xmlns:a="http://schemas.openxmlformats.org/drawingml/2006/main">
              <a:ext uri="{FF2B5EF4-FFF2-40B4-BE49-F238E27FC236}">
                <a16:creationId xmlns:a16="http://schemas.microsoft.com/office/drawing/2014/main" id="{470300F1-4D14-4721-B7A4-CFED166EDDB1}"/>
              </a:ext>
            </a:extLst>
          </p:cNvPr>
          <p:cNvSpPr>
            <a:spLocks xmlns:a="http://schemas.openxmlformats.org/drawingml/2006/main" noGrp="1"/>
          </p:cNvSpPr>
          <p:nvPr/>
        </p:nvSpPr>
        <p:spPr>
          <a:xfrm xmlns:a="http://schemas.openxmlformats.org/drawingml/2006/main">
            <a:off x="1228725" y="38385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Trắc nghiệm, đúng–sai, trả lời ngắn; thời hạn chung.</a:t>
            </a:r>
          </a:p>
        </p:txBody>
      </p:sp>
      <p:sp>
        <p:nvSpPr>
          <p:cNvPr id="12" name="">
            <a:extLst xmlns:a="http://schemas.openxmlformats.org/drawingml/2006/main">
              <a:ext uri="{FF2B5EF4-FFF2-40B4-BE49-F238E27FC236}">
                <a16:creationId xmlns:a16="http://schemas.microsoft.com/office/drawing/2014/main" id="{3FB30AA8-6E3B-4ABB-A563-3F6BE2DF3BE1}"/>
              </a:ext>
            </a:extLst>
          </p:cNvPr>
          <p:cNvSpPr>
            <a:spLocks xmlns:a="http://schemas.openxmlformats.org/drawingml/2006/main" noGrp="1"/>
          </p:cNvSpPr>
          <p:nvPr/>
        </p:nvSpPr>
        <p:spPr>
          <a:xfrm xmlns:a="http://schemas.openxmlformats.org/drawingml/2006/main">
            <a:off x="609600" y="4667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3" name="">
            <a:extLst xmlns:a="http://schemas.openxmlformats.org/drawingml/2006/main">
              <a:ext uri="{FF2B5EF4-FFF2-40B4-BE49-F238E27FC236}">
                <a16:creationId xmlns:a16="http://schemas.microsoft.com/office/drawing/2014/main" id="{4D792651-F527-48F7-98DA-B4AD09ACA178}"/>
              </a:ext>
            </a:extLst>
          </p:cNvPr>
          <p:cNvSpPr>
            <a:spLocks xmlns:a="http://schemas.openxmlformats.org/drawingml/2006/main" noGrp="1"/>
          </p:cNvSpPr>
          <p:nvPr/>
        </p:nvSpPr>
        <p:spPr>
          <a:xfrm xmlns:a="http://schemas.openxmlformats.org/drawingml/2006/main">
            <a:off x="1228725" y="4667250"/>
            <a:ext cx="6048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Theo dõi và xem kết quả</a:t>
            </a:r>
          </a:p>
        </p:txBody>
      </p:sp>
      <p:sp>
        <p:nvSpPr>
          <p:cNvPr id="14" name="">
            <a:extLst xmlns:a="http://schemas.openxmlformats.org/drawingml/2006/main">
              <a:ext uri="{FF2B5EF4-FFF2-40B4-BE49-F238E27FC236}">
                <a16:creationId xmlns:a16="http://schemas.microsoft.com/office/drawing/2014/main" id="{8097B220-7060-4D67-8575-ADC8503F24C0}"/>
              </a:ext>
            </a:extLst>
          </p:cNvPr>
          <p:cNvSpPr>
            <a:spLocks xmlns:a="http://schemas.openxmlformats.org/drawingml/2006/main" noGrp="1"/>
          </p:cNvSpPr>
          <p:nvPr/>
        </p:nvSpPr>
        <p:spPr>
          <a:xfrm xmlns:a="http://schemas.openxmlformats.org/drawingml/2006/main">
            <a:off x="1228725" y="5124450"/>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Hỗ trợ giám sát; kết quả cần được giáo viên xem xét.</a:t>
            </a:r>
          </a:p>
        </p:txBody>
      </p:sp>
      <p:pic>
        <p:nvPicPr>
          <p:cNvPr id="15" name="">
            <a:extLst xmlns:a="http://schemas.openxmlformats.org/drawingml/2006/main">
              <a:ext uri="{FF2B5EF4-FFF2-40B4-BE49-F238E27FC236}">
                <a16:creationId xmlns:a16="http://schemas.microsoft.com/office/drawing/2014/main" id="{E1780C4D-B1AD-464D-83BF-4606460E0BAA}"/>
              </a:ext>
            </a:extLst>
          </p:cNvPr>
          <p:cNvPicPr>
            <a:picLocks xmlns:a="http://schemas.openxmlformats.org/drawingml/2006/main" noChangeAspect="1"/>
          </p:cNvPicPr>
          <p:nvPr/>
        </p:nvPicPr>
        <p:blipFill>
          <a:blip xmlns:r="http://schemas.openxmlformats.org/officeDocument/2006/relationships" xmlns:a="http://schemas.openxmlformats.org/drawingml/2006/main" r:embed="R004b54dabc264a3e"/>
          <a:stretch xmlns:a="http://schemas.openxmlformats.org/drawingml/2006/main"/>
        </p:blipFill>
        <p:spPr>
          <a:xfrm xmlns:a="http://schemas.openxmlformats.org/drawingml/2006/main">
            <a:off x="7953375" y="2601179"/>
            <a:ext cx="3476625" cy="2131893"/>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561BBEA-5D1F-48A0-87E5-3F4E0F1FF39F}"/>
              </a:ext>
            </a:extLst>
          </p:cNvPr>
          <p:cNvSpPr>
            <a:spLocks xmlns:a="http://schemas.openxmlformats.org/drawingml/2006/main" noGrp="1"/>
          </p:cNvSpPr>
          <p:nvPr/>
        </p:nvSpPr>
        <p:spPr>
          <a:xfrm xmlns:a="http://schemas.openxmlformats.org/drawingml/2006/main">
            <a:off x="7953375" y="5286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6C"/>
                </a:solidFill>
              </a:defRPr>
            </a:defPPr>
            <a:lvl1pPr>
              <a:defRPr sz="1200" b="0">
                <a:solidFill>
                  <a:srgbClr val="64746C"/>
                </a:solidFill>
              </a:defRPr>
            </a:lvl1pPr>
            <a:lvl2pPr>
              <a:defRPr sz="1200" b="0">
                <a:solidFill>
                  <a:srgbClr val="64746C"/>
                </a:solidFill>
              </a:defRPr>
            </a:lvl2pPr>
            <a:lvl3pPr>
              <a:defRPr sz="1200" b="0">
                <a:solidFill>
                  <a:srgbClr val="64746C"/>
                </a:solidFill>
              </a:defRPr>
            </a:lvl3pPr>
            <a:lvl4pPr>
              <a:defRPr sz="1200" b="0">
                <a:solidFill>
                  <a:srgbClr val="64746C"/>
                </a:solidFill>
              </a:defRPr>
            </a:lvl4pPr>
            <a:lvl5pPr>
              <a:defRPr sz="1200" b="0">
                <a:solidFill>
                  <a:srgbClr val="64746C"/>
                </a:solidFill>
              </a:defRPr>
            </a:lvl5pPr>
            <a:lvl6pPr>
              <a:defRPr sz="1200" b="0">
                <a:solidFill>
                  <a:srgbClr val="64746C"/>
                </a:solidFill>
              </a:defRPr>
            </a:lvl6pPr>
            <a:lvl7pPr>
              <a:defRPr sz="1200" b="0">
                <a:solidFill>
                  <a:srgbClr val="64746C"/>
                </a:solidFill>
              </a:defRPr>
            </a:lvl7pPr>
            <a:lvl8pPr>
              <a:defRPr sz="1200" b="0">
                <a:solidFill>
                  <a:srgbClr val="64746C"/>
                </a:solidFill>
              </a:defRPr>
            </a:lvl8pPr>
            <a:lvl9pPr>
              <a:defRPr sz="1200" b="0">
                <a:solidFill>
                  <a:srgbClr val="64746C"/>
                </a:solidFill>
              </a:defRPr>
            </a:lvl9pPr>
          </a:lstStyle>
          <a:p xmlns:a="http://schemas.openxmlformats.org/drawingml/2006/main">
            <a:pPr>
              <a:defRPr sz="1200" b="0">
                <a:solidFill>
                  <a:srgbClr val="64746C"/>
                </a:solidFill>
              </a:defRPr>
            </a:pPr>
            <a:r>
              <a:rPr sz="1200" b="0">
                <a:solidFill>
                  <a:srgbClr val="64746C"/>
                </a:solidFill>
              </a:rPr>
              <a:t>Minh họa bước nhập câu hỏi</a:t>
            </a:r>
          </a:p>
        </p:txBody>
      </p:sp>
    </p:spTree>
    <p:extLst>
      <p:ext uri="{BB962C8B-B14F-4D97-AF65-F5344CB8AC3E}">
        <p14:creationId xmlns:p14="http://schemas.microsoft.com/office/powerpoint/2010/main" val="1889018087"/>
      </p:ext>
    </p:extLst>
  </p:cSld>
</p:sld>
</file>

<file path=ppt/slides/slide11.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0D66BB-4409-4D2C-B00F-7D137A095BB0}"/>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03 / VAI TRÒ CỦA AI</a:t>
            </a:r>
          </a:p>
        </p:txBody>
      </p:sp>
      <p:sp>
        <p:nvSpPr>
          <p:cNvPr id="3" name="">
            <a:extLst xmlns:a="http://schemas.openxmlformats.org/drawingml/2006/main">
              <a:ext uri="{FF2B5EF4-FFF2-40B4-BE49-F238E27FC236}">
                <a16:creationId xmlns:a16="http://schemas.microsoft.com/office/drawing/2014/main" id="{99DC64DB-1764-4C75-B4EC-F38C5CE9EF92}"/>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AI hỗ trợ xây dựng; giáo viên quyết định sư phạm</a:t>
            </a:r>
          </a:p>
        </p:txBody>
      </p:sp>
      <p:sp>
        <p:nvSpPr>
          <p:cNvPr id="4" name="">
            <a:extLst xmlns:a="http://schemas.openxmlformats.org/drawingml/2006/main">
              <a:ext uri="{FF2B5EF4-FFF2-40B4-BE49-F238E27FC236}">
                <a16:creationId xmlns:a16="http://schemas.microsoft.com/office/drawing/2014/main" id="{A5AF37B3-1C7F-40C6-A3DB-B7A2F5C0D29A}"/>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FD64A2B1-5578-4B59-9FE3-7137D3CE6B5D}"/>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11 / 15</a:t>
            </a:r>
          </a:p>
        </p:txBody>
      </p:sp>
      <p:sp>
        <p:nvSpPr>
          <p:cNvPr id="6" name="">
            <a:extLst xmlns:a="http://schemas.openxmlformats.org/drawingml/2006/main">
              <a:ext uri="{FF2B5EF4-FFF2-40B4-BE49-F238E27FC236}">
                <a16:creationId xmlns:a16="http://schemas.microsoft.com/office/drawing/2014/main" id="{4843CB1A-2638-478D-ADA6-10336F5A5B1A}"/>
              </a:ext>
            </a:extLst>
          </p:cNvPr>
          <p:cNvSpPr>
            <a:spLocks xmlns:a="http://schemas.openxmlformats.org/drawingml/2006/main" noGrp="1"/>
          </p:cNvSpPr>
          <p:nvPr/>
        </p:nvSpPr>
        <p:spPr>
          <a:xfrm xmlns:a="http://schemas.openxmlformats.org/drawingml/2006/main">
            <a:off x="619125" y="21526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B27B29"/>
                </a:solidFill>
              </a:defRPr>
            </a:defPPr>
            <a:lvl1pPr>
              <a:defRPr sz="1500" b="1">
                <a:solidFill>
                  <a:srgbClr val="B27B29"/>
                </a:solidFill>
              </a:defRPr>
            </a:lvl1pPr>
            <a:lvl2pPr>
              <a:defRPr sz="1500" b="1">
                <a:solidFill>
                  <a:srgbClr val="B27B29"/>
                </a:solidFill>
              </a:defRPr>
            </a:lvl2pPr>
            <a:lvl3pPr>
              <a:defRPr sz="1500" b="1">
                <a:solidFill>
                  <a:srgbClr val="B27B29"/>
                </a:solidFill>
              </a:defRPr>
            </a:lvl3pPr>
            <a:lvl4pPr>
              <a:defRPr sz="1500" b="1">
                <a:solidFill>
                  <a:srgbClr val="B27B29"/>
                </a:solidFill>
              </a:defRPr>
            </a:lvl4pPr>
            <a:lvl5pPr>
              <a:defRPr sz="1500" b="1">
                <a:solidFill>
                  <a:srgbClr val="B27B29"/>
                </a:solidFill>
              </a:defRPr>
            </a:lvl5pPr>
            <a:lvl6pPr>
              <a:defRPr sz="1500" b="1">
                <a:solidFill>
                  <a:srgbClr val="B27B29"/>
                </a:solidFill>
              </a:defRPr>
            </a:lvl6pPr>
            <a:lvl7pPr>
              <a:defRPr sz="1500" b="1">
                <a:solidFill>
                  <a:srgbClr val="B27B29"/>
                </a:solidFill>
              </a:defRPr>
            </a:lvl7pPr>
            <a:lvl8pPr>
              <a:defRPr sz="1500" b="1">
                <a:solidFill>
                  <a:srgbClr val="B27B29"/>
                </a:solidFill>
              </a:defRPr>
            </a:lvl8pPr>
            <a:lvl9pPr>
              <a:defRPr sz="1500" b="1">
                <a:solidFill>
                  <a:srgbClr val="B27B29"/>
                </a:solidFill>
              </a:defRPr>
            </a:lvl9pPr>
          </a:lstStyle>
          <a:p xmlns:a="http://schemas.openxmlformats.org/drawingml/2006/main">
            <a:pPr>
              <a:defRPr sz="1500" b="1">
                <a:solidFill>
                  <a:srgbClr val="B27B29"/>
                </a:solidFill>
              </a:defRPr>
            </a:pPr>
            <a:r>
              <a:rPr sz="1500" b="1">
                <a:solidFill>
                  <a:srgbClr val="B27B29"/>
                </a:solidFill>
              </a:rPr>
              <a:t>GIÁO VIÊN</a:t>
            </a:r>
          </a:p>
        </p:txBody>
      </p:sp>
      <p:sp>
        <p:nvSpPr>
          <p:cNvPr id="7" name="">
            <a:extLst xmlns:a="http://schemas.openxmlformats.org/drawingml/2006/main">
              <a:ext uri="{FF2B5EF4-FFF2-40B4-BE49-F238E27FC236}">
                <a16:creationId xmlns:a16="http://schemas.microsoft.com/office/drawing/2014/main" id="{8370C5FE-9708-4E2C-ABA8-94516A4BDC5F}"/>
              </a:ext>
            </a:extLst>
          </p:cNvPr>
          <p:cNvSpPr>
            <a:spLocks xmlns:a="http://schemas.openxmlformats.org/drawingml/2006/main" noGrp="1"/>
          </p:cNvSpPr>
          <p:nvPr/>
        </p:nvSpPr>
        <p:spPr>
          <a:xfrm xmlns:a="http://schemas.openxmlformats.org/drawingml/2006/main">
            <a:off x="619125" y="2762250"/>
            <a:ext cx="6191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3F35"/>
                </a:solidFill>
              </a:defRPr>
            </a:defPPr>
            <a:lvl1pPr>
              <a:defRPr sz="2475" b="1">
                <a:solidFill>
                  <a:srgbClr val="173F35"/>
                </a:solidFill>
              </a:defRPr>
            </a:lvl1pPr>
            <a:lvl2pPr>
              <a:defRPr sz="2475" b="1">
                <a:solidFill>
                  <a:srgbClr val="173F35"/>
                </a:solidFill>
              </a:defRPr>
            </a:lvl2pPr>
            <a:lvl3pPr>
              <a:defRPr sz="2475" b="1">
                <a:solidFill>
                  <a:srgbClr val="173F35"/>
                </a:solidFill>
              </a:defRPr>
            </a:lvl3pPr>
            <a:lvl4pPr>
              <a:defRPr sz="2475" b="1">
                <a:solidFill>
                  <a:srgbClr val="173F35"/>
                </a:solidFill>
              </a:defRPr>
            </a:lvl4pPr>
            <a:lvl5pPr>
              <a:defRPr sz="2475" b="1">
                <a:solidFill>
                  <a:srgbClr val="173F35"/>
                </a:solidFill>
              </a:defRPr>
            </a:lvl5pPr>
            <a:lvl6pPr>
              <a:defRPr sz="2475" b="1">
                <a:solidFill>
                  <a:srgbClr val="173F35"/>
                </a:solidFill>
              </a:defRPr>
            </a:lvl6pPr>
            <a:lvl7pPr>
              <a:defRPr sz="2475" b="1">
                <a:solidFill>
                  <a:srgbClr val="173F35"/>
                </a:solidFill>
              </a:defRPr>
            </a:lvl7pPr>
            <a:lvl8pPr>
              <a:defRPr sz="2475" b="1">
                <a:solidFill>
                  <a:srgbClr val="173F35"/>
                </a:solidFill>
              </a:defRPr>
            </a:lvl8pPr>
            <a:lvl9pPr>
              <a:defRPr sz="2475" b="1">
                <a:solidFill>
                  <a:srgbClr val="173F35"/>
                </a:solidFill>
              </a:defRPr>
            </a:lvl9pPr>
          </a:lstStyle>
          <a:p xmlns:a="http://schemas.openxmlformats.org/drawingml/2006/main">
            <a:pPr>
              <a:defRPr sz="2475" b="1">
                <a:solidFill>
                  <a:srgbClr val="173F35"/>
                </a:solidFill>
              </a:defRPr>
            </a:pPr>
            <a:r>
              <a:rPr sz="2475" b="1">
                <a:solidFill>
                  <a:srgbClr val="173F35"/>
                </a:solidFill>
              </a:rPr>
              <a:t>Xác định nhu cầu</a:t>
            </a:r>
          </a:p>
          <a:p xmlns:a="http://schemas.openxmlformats.org/drawingml/2006/main">
            <a:pPr>
              <a:defRPr sz="2475" b="1">
                <a:solidFill>
                  <a:srgbClr val="173F35"/>
                </a:solidFill>
              </a:defRPr>
            </a:pPr>
            <a:r>
              <a:rPr sz="2475" b="1">
                <a:solidFill>
                  <a:srgbClr val="173F35"/>
                </a:solidFill>
              </a:rPr>
              <a:t>Thiết kế hoạt động</a:t>
            </a:r>
          </a:p>
          <a:p xmlns:a="http://schemas.openxmlformats.org/drawingml/2006/main">
            <a:pPr>
              <a:defRPr sz="2475" b="1">
                <a:solidFill>
                  <a:srgbClr val="173F35"/>
                </a:solidFill>
              </a:defRPr>
            </a:pPr>
            <a:r>
              <a:rPr sz="2475" b="1">
                <a:solidFill>
                  <a:srgbClr val="173F35"/>
                </a:solidFill>
              </a:rPr>
              <a:t>Kiểm tra nội dung và kết quả</a:t>
            </a:r>
          </a:p>
        </p:txBody>
      </p:sp>
      <p:sp>
        <p:nvSpPr>
          <p:cNvPr id="8" name="">
            <a:extLst xmlns:a="http://schemas.openxmlformats.org/drawingml/2006/main">
              <a:ext uri="{FF2B5EF4-FFF2-40B4-BE49-F238E27FC236}">
                <a16:creationId xmlns:a16="http://schemas.microsoft.com/office/drawing/2014/main" id="{4A6106F2-9B91-4D5E-A37F-B7CCBF532ACB}"/>
              </a:ext>
            </a:extLst>
          </p:cNvPr>
          <p:cNvSpPr>
            <a:spLocks xmlns:a="http://schemas.openxmlformats.org/drawingml/2006/main" noGrp="1"/>
          </p:cNvSpPr>
          <p:nvPr/>
        </p:nvSpPr>
        <p:spPr>
          <a:xfrm xmlns:a="http://schemas.openxmlformats.org/drawingml/2006/main">
            <a:off x="7191375" y="21526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B27B29"/>
                </a:solidFill>
              </a:defRPr>
            </a:defPPr>
            <a:lvl1pPr>
              <a:defRPr sz="1500" b="1">
                <a:solidFill>
                  <a:srgbClr val="B27B29"/>
                </a:solidFill>
              </a:defRPr>
            </a:lvl1pPr>
            <a:lvl2pPr>
              <a:defRPr sz="1500" b="1">
                <a:solidFill>
                  <a:srgbClr val="B27B29"/>
                </a:solidFill>
              </a:defRPr>
            </a:lvl2pPr>
            <a:lvl3pPr>
              <a:defRPr sz="1500" b="1">
                <a:solidFill>
                  <a:srgbClr val="B27B29"/>
                </a:solidFill>
              </a:defRPr>
            </a:lvl3pPr>
            <a:lvl4pPr>
              <a:defRPr sz="1500" b="1">
                <a:solidFill>
                  <a:srgbClr val="B27B29"/>
                </a:solidFill>
              </a:defRPr>
            </a:lvl4pPr>
            <a:lvl5pPr>
              <a:defRPr sz="1500" b="1">
                <a:solidFill>
                  <a:srgbClr val="B27B29"/>
                </a:solidFill>
              </a:defRPr>
            </a:lvl5pPr>
            <a:lvl6pPr>
              <a:defRPr sz="1500" b="1">
                <a:solidFill>
                  <a:srgbClr val="B27B29"/>
                </a:solidFill>
              </a:defRPr>
            </a:lvl6pPr>
            <a:lvl7pPr>
              <a:defRPr sz="1500" b="1">
                <a:solidFill>
                  <a:srgbClr val="B27B29"/>
                </a:solidFill>
              </a:defRPr>
            </a:lvl7pPr>
            <a:lvl8pPr>
              <a:defRPr sz="1500" b="1">
                <a:solidFill>
                  <a:srgbClr val="B27B29"/>
                </a:solidFill>
              </a:defRPr>
            </a:lvl8pPr>
            <a:lvl9pPr>
              <a:defRPr sz="1500" b="1">
                <a:solidFill>
                  <a:srgbClr val="B27B29"/>
                </a:solidFill>
              </a:defRPr>
            </a:lvl9pPr>
          </a:lstStyle>
          <a:p xmlns:a="http://schemas.openxmlformats.org/drawingml/2006/main">
            <a:pPr>
              <a:defRPr sz="1500" b="1">
                <a:solidFill>
                  <a:srgbClr val="B27B29"/>
                </a:solidFill>
              </a:defRPr>
            </a:pPr>
            <a:r>
              <a:rPr sz="1500" b="1">
                <a:solidFill>
                  <a:srgbClr val="B27B29"/>
                </a:solidFill>
              </a:rPr>
              <a:t>AI HỖ TRỢ</a:t>
            </a:r>
          </a:p>
        </p:txBody>
      </p:sp>
      <p:sp>
        <p:nvSpPr>
          <p:cNvPr id="9" name="">
            <a:extLst xmlns:a="http://schemas.openxmlformats.org/drawingml/2006/main">
              <a:ext uri="{FF2B5EF4-FFF2-40B4-BE49-F238E27FC236}">
                <a16:creationId xmlns:a16="http://schemas.microsoft.com/office/drawing/2014/main" id="{084AA708-979B-4A7C-8AF2-2F4756A8C537}"/>
              </a:ext>
            </a:extLst>
          </p:cNvPr>
          <p:cNvSpPr>
            <a:spLocks xmlns:a="http://schemas.openxmlformats.org/drawingml/2006/main" noGrp="1"/>
          </p:cNvSpPr>
          <p:nvPr/>
        </p:nvSpPr>
        <p:spPr>
          <a:xfrm xmlns:a="http://schemas.openxmlformats.org/drawingml/2006/main">
            <a:off x="7191375" y="2762250"/>
            <a:ext cx="4381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64746C"/>
                </a:solidFill>
              </a:defRPr>
            </a:defPPr>
            <a:lvl1pPr>
              <a:defRPr sz="2250" b="0">
                <a:solidFill>
                  <a:srgbClr val="64746C"/>
                </a:solidFill>
              </a:defRPr>
            </a:lvl1pPr>
            <a:lvl2pPr>
              <a:defRPr sz="2250" b="0">
                <a:solidFill>
                  <a:srgbClr val="64746C"/>
                </a:solidFill>
              </a:defRPr>
            </a:lvl2pPr>
            <a:lvl3pPr>
              <a:defRPr sz="2250" b="0">
                <a:solidFill>
                  <a:srgbClr val="64746C"/>
                </a:solidFill>
              </a:defRPr>
            </a:lvl3pPr>
            <a:lvl4pPr>
              <a:defRPr sz="2250" b="0">
                <a:solidFill>
                  <a:srgbClr val="64746C"/>
                </a:solidFill>
              </a:defRPr>
            </a:lvl4pPr>
            <a:lvl5pPr>
              <a:defRPr sz="2250" b="0">
                <a:solidFill>
                  <a:srgbClr val="64746C"/>
                </a:solidFill>
              </a:defRPr>
            </a:lvl5pPr>
            <a:lvl6pPr>
              <a:defRPr sz="2250" b="0">
                <a:solidFill>
                  <a:srgbClr val="64746C"/>
                </a:solidFill>
              </a:defRPr>
            </a:lvl6pPr>
            <a:lvl7pPr>
              <a:defRPr sz="2250" b="0">
                <a:solidFill>
                  <a:srgbClr val="64746C"/>
                </a:solidFill>
              </a:defRPr>
            </a:lvl7pPr>
            <a:lvl8pPr>
              <a:defRPr sz="2250" b="0">
                <a:solidFill>
                  <a:srgbClr val="64746C"/>
                </a:solidFill>
              </a:defRPr>
            </a:lvl8pPr>
            <a:lvl9pPr>
              <a:defRPr sz="2250" b="0">
                <a:solidFill>
                  <a:srgbClr val="64746C"/>
                </a:solidFill>
              </a:defRPr>
            </a:lvl9pPr>
          </a:lstStyle>
          <a:p xmlns:a="http://schemas.openxmlformats.org/drawingml/2006/main">
            <a:pPr>
              <a:defRPr sz="2250" b="0">
                <a:solidFill>
                  <a:srgbClr val="64746C"/>
                </a:solidFill>
              </a:defRPr>
            </a:pPr>
            <a:r>
              <a:rPr sz="2250" b="0">
                <a:solidFill>
                  <a:srgbClr val="64746C"/>
                </a:solidFill>
              </a:rPr>
              <a:t>Gợi ý cách triển khai</a:t>
            </a:r>
          </a:p>
          <a:p xmlns:a="http://schemas.openxmlformats.org/drawingml/2006/main">
            <a:pPr>
              <a:defRPr sz="2250" b="0">
                <a:solidFill>
                  <a:srgbClr val="64746C"/>
                </a:solidFill>
              </a:defRPr>
            </a:pPr>
            <a:r>
              <a:rPr sz="2250" b="0">
                <a:solidFill>
                  <a:srgbClr val="64746C"/>
                </a:solidFill>
              </a:rPr>
              <a:t>Hỗ trợ lập trình</a:t>
            </a:r>
          </a:p>
          <a:p xmlns:a="http://schemas.openxmlformats.org/drawingml/2006/main">
            <a:pPr>
              <a:defRPr sz="2250" b="0">
                <a:solidFill>
                  <a:srgbClr val="64746C"/>
                </a:solidFill>
              </a:defRPr>
            </a:pPr>
            <a:r>
              <a:rPr sz="2250" b="0">
                <a:solidFill>
                  <a:srgbClr val="64746C"/>
                </a:solidFill>
              </a:rPr>
              <a:t>Soạn thảo và chỉnh sửa tài liệu</a:t>
            </a:r>
          </a:p>
        </p:txBody>
      </p:sp>
      <p:sp>
        <p:nvSpPr>
          <p:cNvPr id="10" name="">
            <a:extLst xmlns:a="http://schemas.openxmlformats.org/drawingml/2006/main">
              <a:ext uri="{FF2B5EF4-FFF2-40B4-BE49-F238E27FC236}">
                <a16:creationId xmlns:a16="http://schemas.microsoft.com/office/drawing/2014/main" id="{6D2B83C8-5962-48FB-A1AD-55DFEFB55CFC}"/>
              </a:ext>
            </a:extLst>
          </p:cNvPr>
          <p:cNvSpPr>
            <a:spLocks xmlns:a="http://schemas.openxmlformats.org/drawingml/2006/main" noGrp="1"/>
          </p:cNvSpPr>
          <p:nvPr/>
        </p:nvSpPr>
        <p:spPr>
          <a:xfrm xmlns:a="http://schemas.openxmlformats.org/drawingml/2006/main">
            <a:off x="619125" y="54292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Tự động hóa đang có vận hành theo quy tắc của phần mềm.</a:t>
            </a:r>
          </a:p>
        </p:txBody>
      </p:sp>
    </p:spTree>
    <p:extLst>
      <p:ext uri="{BB962C8B-B14F-4D97-AF65-F5344CB8AC3E}">
        <p14:creationId xmlns:p14="http://schemas.microsoft.com/office/powerpoint/2010/main" val="42462873"/>
      </p:ext>
    </p:extLst>
  </p:cSld>
</p:sld>
</file>

<file path=ppt/slides/slide12.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A2C52E7-557F-4741-B01C-7E4BD015EF19}"/>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04 / TRẢI NGHIỆM · 20–22/10/2026</a:t>
            </a:r>
          </a:p>
        </p:txBody>
      </p:sp>
      <p:sp>
        <p:nvSpPr>
          <p:cNvPr id="3" name="">
            <a:extLst xmlns:a="http://schemas.openxmlformats.org/drawingml/2006/main">
              <a:ext uri="{FF2B5EF4-FFF2-40B4-BE49-F238E27FC236}">
                <a16:creationId xmlns:a16="http://schemas.microsoft.com/office/drawing/2014/main" id="{F1527945-31B1-46D0-8FB7-92D3B6936C3C}"/>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Phản hồi tích cực từ 90 lượt trả lời khảo sát</a:t>
            </a:r>
          </a:p>
        </p:txBody>
      </p:sp>
      <p:sp>
        <p:nvSpPr>
          <p:cNvPr id="4" name="">
            <a:extLst xmlns:a="http://schemas.openxmlformats.org/drawingml/2006/main">
              <a:ext uri="{FF2B5EF4-FFF2-40B4-BE49-F238E27FC236}">
                <a16:creationId xmlns:a16="http://schemas.microsoft.com/office/drawing/2014/main" id="{BA42EDF7-26FC-412B-A49C-80C95B9C3D19}"/>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22E3B2B7-03AC-4782-8071-E9B31940D6FC}"/>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12 / 15</a:t>
            </a:r>
          </a:p>
        </p:txBody>
      </p:sp>
      <p:sp>
        <p:nvSpPr>
          <p:cNvPr id="6" name="">
            <a:extLst xmlns:a="http://schemas.openxmlformats.org/drawingml/2006/main">
              <a:ext uri="{FF2B5EF4-FFF2-40B4-BE49-F238E27FC236}">
                <a16:creationId xmlns:a16="http://schemas.microsoft.com/office/drawing/2014/main" id="{9ADE033E-B87E-4380-901A-36A4C586DD40}"/>
              </a:ext>
            </a:extLst>
          </p:cNvPr>
          <p:cNvSpPr>
            <a:spLocks xmlns:a="http://schemas.openxmlformats.org/drawingml/2006/main" noGrp="1"/>
          </p:cNvSpPr>
          <p:nvPr/>
        </p:nvSpPr>
        <p:spPr>
          <a:xfrm xmlns:a="http://schemas.openxmlformats.org/drawingml/2006/main">
            <a:off x="666750" y="209550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75" b="1">
                <a:solidFill>
                  <a:srgbClr val="173F35"/>
                </a:solidFill>
              </a:defRPr>
            </a:defPPr>
            <a:lvl1pPr>
              <a:defRPr sz="5475" b="1">
                <a:solidFill>
                  <a:srgbClr val="173F35"/>
                </a:solidFill>
              </a:defRPr>
            </a:lvl1pPr>
            <a:lvl2pPr>
              <a:defRPr sz="5475" b="1">
                <a:solidFill>
                  <a:srgbClr val="173F35"/>
                </a:solidFill>
              </a:defRPr>
            </a:lvl2pPr>
            <a:lvl3pPr>
              <a:defRPr sz="5475" b="1">
                <a:solidFill>
                  <a:srgbClr val="173F35"/>
                </a:solidFill>
              </a:defRPr>
            </a:lvl3pPr>
            <a:lvl4pPr>
              <a:defRPr sz="5475" b="1">
                <a:solidFill>
                  <a:srgbClr val="173F35"/>
                </a:solidFill>
              </a:defRPr>
            </a:lvl4pPr>
            <a:lvl5pPr>
              <a:defRPr sz="5475" b="1">
                <a:solidFill>
                  <a:srgbClr val="173F35"/>
                </a:solidFill>
              </a:defRPr>
            </a:lvl5pPr>
            <a:lvl6pPr>
              <a:defRPr sz="5475" b="1">
                <a:solidFill>
                  <a:srgbClr val="173F35"/>
                </a:solidFill>
              </a:defRPr>
            </a:lvl6pPr>
            <a:lvl7pPr>
              <a:defRPr sz="5475" b="1">
                <a:solidFill>
                  <a:srgbClr val="173F35"/>
                </a:solidFill>
              </a:defRPr>
            </a:lvl7pPr>
            <a:lvl8pPr>
              <a:defRPr sz="5475" b="1">
                <a:solidFill>
                  <a:srgbClr val="173F35"/>
                </a:solidFill>
              </a:defRPr>
            </a:lvl8pPr>
            <a:lvl9pPr>
              <a:defRPr sz="5475" b="1">
                <a:solidFill>
                  <a:srgbClr val="173F35"/>
                </a:solidFill>
              </a:defRPr>
            </a:lvl9pPr>
          </a:lstStyle>
          <a:p xmlns:a="http://schemas.openxmlformats.org/drawingml/2006/main">
            <a:pPr>
              <a:defRPr sz="5475" b="1">
                <a:solidFill>
                  <a:srgbClr val="173F35"/>
                </a:solidFill>
              </a:defRPr>
            </a:pPr>
            <a:r>
              <a:rPr sz="5475" b="1">
                <a:solidFill>
                  <a:srgbClr val="173F35"/>
                </a:solidFill>
              </a:rPr>
              <a:t>98,9%</a:t>
            </a:r>
          </a:p>
        </p:txBody>
      </p:sp>
      <p:sp>
        <p:nvSpPr>
          <p:cNvPr id="7" name="">
            <a:extLst xmlns:a="http://schemas.openxmlformats.org/drawingml/2006/main">
              <a:ext uri="{FF2B5EF4-FFF2-40B4-BE49-F238E27FC236}">
                <a16:creationId xmlns:a16="http://schemas.microsoft.com/office/drawing/2014/main" id="{4007B3F5-8881-4088-8281-573E324F30E0}"/>
              </a:ext>
            </a:extLst>
          </p:cNvPr>
          <p:cNvSpPr>
            <a:spLocks xmlns:a="http://schemas.openxmlformats.org/drawingml/2006/main" noGrp="1"/>
          </p:cNvSpPr>
          <p:nvPr/>
        </p:nvSpPr>
        <p:spPr>
          <a:xfrm xmlns:a="http://schemas.openxmlformats.org/drawingml/2006/main">
            <a:off x="714375" y="3238500"/>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4746C"/>
                </a:solidFill>
              </a:defRPr>
            </a:defPPr>
            <a:lvl1pPr>
              <a:defRPr sz="2100" b="0">
                <a:solidFill>
                  <a:srgbClr val="64746C"/>
                </a:solidFill>
              </a:defRPr>
            </a:lvl1pPr>
            <a:lvl2pPr>
              <a:defRPr sz="2100" b="0">
                <a:solidFill>
                  <a:srgbClr val="64746C"/>
                </a:solidFill>
              </a:defRPr>
            </a:lvl2pPr>
            <a:lvl3pPr>
              <a:defRPr sz="2100" b="0">
                <a:solidFill>
                  <a:srgbClr val="64746C"/>
                </a:solidFill>
              </a:defRPr>
            </a:lvl3pPr>
            <a:lvl4pPr>
              <a:defRPr sz="2100" b="0">
                <a:solidFill>
                  <a:srgbClr val="64746C"/>
                </a:solidFill>
              </a:defRPr>
            </a:lvl4pPr>
            <a:lvl5pPr>
              <a:defRPr sz="2100" b="0">
                <a:solidFill>
                  <a:srgbClr val="64746C"/>
                </a:solidFill>
              </a:defRPr>
            </a:lvl5pPr>
            <a:lvl6pPr>
              <a:defRPr sz="2100" b="0">
                <a:solidFill>
                  <a:srgbClr val="64746C"/>
                </a:solidFill>
              </a:defRPr>
            </a:lvl6pPr>
            <a:lvl7pPr>
              <a:defRPr sz="2100" b="0">
                <a:solidFill>
                  <a:srgbClr val="64746C"/>
                </a:solidFill>
              </a:defRPr>
            </a:lvl7pPr>
            <a:lvl8pPr>
              <a:defRPr sz="2100" b="0">
                <a:solidFill>
                  <a:srgbClr val="64746C"/>
                </a:solidFill>
              </a:defRPr>
            </a:lvl8pPr>
            <a:lvl9pPr>
              <a:defRPr sz="2100" b="0">
                <a:solidFill>
                  <a:srgbClr val="64746C"/>
                </a:solidFill>
              </a:defRPr>
            </a:lvl9pPr>
          </a:lstStyle>
          <a:p xmlns:a="http://schemas.openxmlformats.org/drawingml/2006/main">
            <a:pPr>
              <a:defRPr sz="2100" b="0">
                <a:solidFill>
                  <a:srgbClr val="64746C"/>
                </a:solidFill>
              </a:defRPr>
            </a:pPr>
            <a:r>
              <a:rPr sz="2100" b="0">
                <a:solidFill>
                  <a:srgbClr val="64746C"/>
                </a:solidFill>
              </a:rPr>
              <a:t>Cho biết hiểu bài rõ hơn</a:t>
            </a:r>
          </a:p>
          <a:p xmlns:a="http://schemas.openxmlformats.org/drawingml/2006/main">
            <a:pPr>
              <a:defRPr sz="2100" b="0">
                <a:solidFill>
                  <a:srgbClr val="64746C"/>
                </a:solidFill>
              </a:defRPr>
            </a:pPr>
            <a:r>
              <a:rPr sz="2100" b="0">
                <a:solidFill>
                  <a:srgbClr val="64746C"/>
                </a:solidFill>
              </a:rPr>
              <a:t>89/90 phản hồi</a:t>
            </a:r>
          </a:p>
        </p:txBody>
      </p:sp>
      <p:sp>
        <p:nvSpPr>
          <p:cNvPr id="8" name="">
            <a:extLst xmlns:a="http://schemas.openxmlformats.org/drawingml/2006/main">
              <a:ext uri="{FF2B5EF4-FFF2-40B4-BE49-F238E27FC236}">
                <a16:creationId xmlns:a16="http://schemas.microsoft.com/office/drawing/2014/main" id="{502A585F-6744-474B-9018-DC31835777FB}"/>
              </a:ext>
            </a:extLst>
          </p:cNvPr>
          <p:cNvSpPr>
            <a:spLocks xmlns:a="http://schemas.openxmlformats.org/drawingml/2006/main" noGrp="1"/>
          </p:cNvSpPr>
          <p:nvPr/>
        </p:nvSpPr>
        <p:spPr>
          <a:xfrm xmlns:a="http://schemas.openxmlformats.org/drawingml/2006/main">
            <a:off x="666750" y="46196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73F35"/>
                </a:solidFill>
              </a:defRPr>
            </a:defPPr>
            <a:lvl1pPr>
              <a:defRPr sz="4800" b="1">
                <a:solidFill>
                  <a:srgbClr val="173F35"/>
                </a:solidFill>
              </a:defRPr>
            </a:lvl1pPr>
            <a:lvl2pPr>
              <a:defRPr sz="4800" b="1">
                <a:solidFill>
                  <a:srgbClr val="173F35"/>
                </a:solidFill>
              </a:defRPr>
            </a:lvl2pPr>
            <a:lvl3pPr>
              <a:defRPr sz="4800" b="1">
                <a:solidFill>
                  <a:srgbClr val="173F35"/>
                </a:solidFill>
              </a:defRPr>
            </a:lvl3pPr>
            <a:lvl4pPr>
              <a:defRPr sz="4800" b="1">
                <a:solidFill>
                  <a:srgbClr val="173F35"/>
                </a:solidFill>
              </a:defRPr>
            </a:lvl4pPr>
            <a:lvl5pPr>
              <a:defRPr sz="4800" b="1">
                <a:solidFill>
                  <a:srgbClr val="173F35"/>
                </a:solidFill>
              </a:defRPr>
            </a:lvl5pPr>
            <a:lvl6pPr>
              <a:defRPr sz="4800" b="1">
                <a:solidFill>
                  <a:srgbClr val="173F35"/>
                </a:solidFill>
              </a:defRPr>
            </a:lvl6pPr>
            <a:lvl7pPr>
              <a:defRPr sz="4800" b="1">
                <a:solidFill>
                  <a:srgbClr val="173F35"/>
                </a:solidFill>
              </a:defRPr>
            </a:lvl7pPr>
            <a:lvl8pPr>
              <a:defRPr sz="4800" b="1">
                <a:solidFill>
                  <a:srgbClr val="173F35"/>
                </a:solidFill>
              </a:defRPr>
            </a:lvl8pPr>
            <a:lvl9pPr>
              <a:defRPr sz="4800" b="1">
                <a:solidFill>
                  <a:srgbClr val="173F35"/>
                </a:solidFill>
              </a:defRPr>
            </a:lvl9pPr>
          </a:lstStyle>
          <a:p xmlns:a="http://schemas.openxmlformats.org/drawingml/2006/main">
            <a:pPr>
              <a:defRPr sz="4800" b="1">
                <a:solidFill>
                  <a:srgbClr val="173F35"/>
                </a:solidFill>
              </a:defRPr>
            </a:pPr>
            <a:r>
              <a:rPr sz="4800" b="1">
                <a:solidFill>
                  <a:srgbClr val="173F35"/>
                </a:solidFill>
              </a:rPr>
              <a:t>94,4%</a:t>
            </a:r>
          </a:p>
        </p:txBody>
      </p:sp>
      <p:sp>
        <p:nvSpPr>
          <p:cNvPr id="9" name="">
            <a:extLst xmlns:a="http://schemas.openxmlformats.org/drawingml/2006/main">
              <a:ext uri="{FF2B5EF4-FFF2-40B4-BE49-F238E27FC236}">
                <a16:creationId xmlns:a16="http://schemas.microsoft.com/office/drawing/2014/main" id="{2DF5E8FE-E0A2-43E8-826D-FF29F5F35C68}"/>
              </a:ext>
            </a:extLst>
          </p:cNvPr>
          <p:cNvSpPr>
            <a:spLocks xmlns:a="http://schemas.openxmlformats.org/drawingml/2006/main" noGrp="1"/>
          </p:cNvSpPr>
          <p:nvPr/>
        </p:nvSpPr>
        <p:spPr>
          <a:xfrm xmlns:a="http://schemas.openxmlformats.org/drawingml/2006/main">
            <a:off x="714375" y="55245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Muốn tiếp tục sử dụng · 85/90</a:t>
            </a:r>
          </a:p>
        </p:txBody>
      </p:sp>
      <p:sp>
        <p:nvSpPr>
          <p:cNvPr id="10" name="">
            <a:extLst xmlns:a="http://schemas.openxmlformats.org/drawingml/2006/main">
              <a:ext uri="{FF2B5EF4-FFF2-40B4-BE49-F238E27FC236}">
                <a16:creationId xmlns:a16="http://schemas.microsoft.com/office/drawing/2014/main" id="{4F66DFC1-5BF0-4E80-801F-81F75D8F720E}"/>
              </a:ext>
            </a:extLst>
          </p:cNvPr>
          <p:cNvSpPr>
            <a:spLocks xmlns:a="http://schemas.openxmlformats.org/drawingml/2006/main" noGrp="1"/>
          </p:cNvSpPr>
          <p:nvPr/>
        </p:nvSpPr>
        <p:spPr>
          <a:xfrm xmlns:a="http://schemas.openxmlformats.org/drawingml/2006/main">
            <a:off x="5334000" y="18097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4746C"/>
                </a:solidFill>
              </a:defRPr>
            </a:defPPr>
            <a:lvl1pPr>
              <a:defRPr sz="1500" b="0">
                <a:solidFill>
                  <a:srgbClr val="64746C"/>
                </a:solidFill>
              </a:defRPr>
            </a:lvl1pPr>
            <a:lvl2pPr>
              <a:defRPr sz="1500" b="0">
                <a:solidFill>
                  <a:srgbClr val="64746C"/>
                </a:solidFill>
              </a:defRPr>
            </a:lvl2pPr>
            <a:lvl3pPr>
              <a:defRPr sz="1500" b="0">
                <a:solidFill>
                  <a:srgbClr val="64746C"/>
                </a:solidFill>
              </a:defRPr>
            </a:lvl3pPr>
            <a:lvl4pPr>
              <a:defRPr sz="1500" b="0">
                <a:solidFill>
                  <a:srgbClr val="64746C"/>
                </a:solidFill>
              </a:defRPr>
            </a:lvl4pPr>
            <a:lvl5pPr>
              <a:defRPr sz="1500" b="0">
                <a:solidFill>
                  <a:srgbClr val="64746C"/>
                </a:solidFill>
              </a:defRPr>
            </a:lvl5pPr>
            <a:lvl6pPr>
              <a:defRPr sz="1500" b="0">
                <a:solidFill>
                  <a:srgbClr val="64746C"/>
                </a:solidFill>
              </a:defRPr>
            </a:lvl6pPr>
            <a:lvl7pPr>
              <a:defRPr sz="1500" b="0">
                <a:solidFill>
                  <a:srgbClr val="64746C"/>
                </a:solidFill>
              </a:defRPr>
            </a:lvl7pPr>
            <a:lvl8pPr>
              <a:defRPr sz="1500" b="0">
                <a:solidFill>
                  <a:srgbClr val="64746C"/>
                </a:solidFill>
              </a:defRPr>
            </a:lvl8pPr>
            <a:lvl9pPr>
              <a:defRPr sz="1500" b="0">
                <a:solidFill>
                  <a:srgbClr val="64746C"/>
                </a:solidFill>
              </a:defRPr>
            </a:lvl9pPr>
          </a:lstStyle>
          <a:p xmlns:a="http://schemas.openxmlformats.org/drawingml/2006/main">
            <a:pPr>
              <a:defRPr sz="1500" b="0">
                <a:solidFill>
                  <a:srgbClr val="64746C"/>
                </a:solidFill>
              </a:defRPr>
            </a:pPr>
            <a:r>
              <a:rPr sz="1500" b="0">
                <a:solidFill>
                  <a:srgbClr val="64746C"/>
                </a:solidFill>
              </a:rPr>
              <a:t>Số phản hồi đánh giá 4–5/5 (trên 90)</a:t>
            </a:r>
          </a:p>
        </p:txBody>
      </p:sp>
      <p:graphicFrame>
        <p:nvGraphicFramePr>
          <p:cNvPr id="11" name="Chart">
            <a:extLst xmlns:a="http://schemas.openxmlformats.org/drawingml/2006/main">
              <a:ext uri="{FF2B5EF4-FFF2-40B4-BE49-F238E27FC236}">
                <a16:creationId xmlns:a16="http://schemas.microsoft.com/office/drawing/2014/main" id="{A869FE15-868C-43BC-81C3-EE4F14DA168B}"/>
              </a:ext>
            </a:extLst>
          </p:cNvPr>
          <p:cNvGraphicFramePr/>
          <p:nvPr/>
        </p:nvGraphicFramePr>
        <p:xfrm>
          <a:off xmlns:a="http://schemas.openxmlformats.org/drawingml/2006/main" x="5238750" y="2095500"/>
          <a:ext xmlns:a="http://schemas.openxmlformats.org/drawingml/2006/main" cx="6286500" cy="3143250"/>
        </p:xfrm>
        <a:graphic xmlns:a="http://schemas.openxmlformats.org/drawingml/2006/main">
          <a:graphicData uri="http://schemas.openxmlformats.org/drawingml/2006/chart">
            <c:chart xmlns:r="http://schemas.openxmlformats.org/officeDocument/2006/relationships" xmlns:c="http://schemas.openxmlformats.org/drawingml/2006/chart" r:id="Rd04c7c6d46b84916"/>
          </a:graphicData>
        </a:graphic>
      </p:graphicFrame>
      <p:sp>
        <p:nvSpPr>
          <p:cNvPr id="12" name="">
            <a:extLst xmlns:a="http://schemas.openxmlformats.org/drawingml/2006/main">
              <a:ext uri="{FF2B5EF4-FFF2-40B4-BE49-F238E27FC236}">
                <a16:creationId xmlns:a16="http://schemas.microsoft.com/office/drawing/2014/main" id="{960C99A5-3F02-406C-9A87-A0F0D864ECBF}"/>
              </a:ext>
            </a:extLst>
          </p:cNvPr>
          <p:cNvSpPr>
            <a:spLocks xmlns:a="http://schemas.openxmlformats.org/drawingml/2006/main" noGrp="1"/>
          </p:cNvSpPr>
          <p:nvPr/>
        </p:nvSpPr>
        <p:spPr>
          <a:xfrm xmlns:a="http://schemas.openxmlformats.org/drawingml/2006/main">
            <a:off x="5334000" y="5381625"/>
            <a:ext cx="623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3F35"/>
                </a:solidFill>
              </a:defRPr>
            </a:defPPr>
            <a:lvl1pPr>
              <a:defRPr sz="1725" b="1">
                <a:solidFill>
                  <a:srgbClr val="173F35"/>
                </a:solidFill>
              </a:defRPr>
            </a:lvl1pPr>
            <a:lvl2pPr>
              <a:defRPr sz="1725" b="1">
                <a:solidFill>
                  <a:srgbClr val="173F35"/>
                </a:solidFill>
              </a:defRPr>
            </a:lvl2pPr>
            <a:lvl3pPr>
              <a:defRPr sz="1725" b="1">
                <a:solidFill>
                  <a:srgbClr val="173F35"/>
                </a:solidFill>
              </a:defRPr>
            </a:lvl3pPr>
            <a:lvl4pPr>
              <a:defRPr sz="1725" b="1">
                <a:solidFill>
                  <a:srgbClr val="173F35"/>
                </a:solidFill>
              </a:defRPr>
            </a:lvl4pPr>
            <a:lvl5pPr>
              <a:defRPr sz="1725" b="1">
                <a:solidFill>
                  <a:srgbClr val="173F35"/>
                </a:solidFill>
              </a:defRPr>
            </a:lvl5pPr>
            <a:lvl6pPr>
              <a:defRPr sz="1725" b="1">
                <a:solidFill>
                  <a:srgbClr val="173F35"/>
                </a:solidFill>
              </a:defRPr>
            </a:lvl6pPr>
            <a:lvl7pPr>
              <a:defRPr sz="1725" b="1">
                <a:solidFill>
                  <a:srgbClr val="173F35"/>
                </a:solidFill>
              </a:defRPr>
            </a:lvl7pPr>
            <a:lvl8pPr>
              <a:defRPr sz="1725" b="1">
                <a:solidFill>
                  <a:srgbClr val="173F35"/>
                </a:solidFill>
              </a:defRPr>
            </a:lvl8pPr>
            <a:lvl9pPr>
              <a:defRPr sz="1725" b="1">
                <a:solidFill>
                  <a:srgbClr val="173F35"/>
                </a:solidFill>
              </a:defRPr>
            </a:lvl9pPr>
          </a:lstStyle>
          <a:p xmlns:a="http://schemas.openxmlformats.org/drawingml/2006/main">
            <a:pPr>
              <a:defRPr sz="1725" b="1">
                <a:solidFill>
                  <a:srgbClr val="173F35"/>
                </a:solidFill>
              </a:defRPr>
            </a:pPr>
            <a:r>
              <a:rPr sz="1725" b="1">
                <a:solidFill>
                  <a:srgbClr val="173F35"/>
                </a:solidFill>
              </a:rPr>
              <a:t>Đánh giá 4–5/5: 83,3% · 81,1% · 78,9%</a:t>
            </a:r>
          </a:p>
        </p:txBody>
      </p:sp>
      <p:sp>
        <p:nvSpPr>
          <p:cNvPr id="13" name="">
            <a:extLst xmlns:a="http://schemas.openxmlformats.org/drawingml/2006/main">
              <a:ext uri="{FF2B5EF4-FFF2-40B4-BE49-F238E27FC236}">
                <a16:creationId xmlns:a16="http://schemas.microsoft.com/office/drawing/2014/main" id="{6E82169F-75BA-4709-AF56-67F501BF8302}"/>
              </a:ext>
            </a:extLst>
          </p:cNvPr>
          <p:cNvSpPr>
            <a:spLocks xmlns:a="http://schemas.openxmlformats.org/drawingml/2006/main" noGrp="1"/>
          </p:cNvSpPr>
          <p:nvPr/>
        </p:nvSpPr>
        <p:spPr>
          <a:xfrm xmlns:a="http://schemas.openxmlformats.org/drawingml/2006/main">
            <a:off x="5334000" y="58483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4746C"/>
                </a:solidFill>
              </a:defRPr>
            </a:defPPr>
            <a:lvl1pPr>
              <a:defRPr sz="1350" b="0">
                <a:solidFill>
                  <a:srgbClr val="64746C"/>
                </a:solidFill>
              </a:defRPr>
            </a:lvl1pPr>
            <a:lvl2pPr>
              <a:defRPr sz="1350" b="0">
                <a:solidFill>
                  <a:srgbClr val="64746C"/>
                </a:solidFill>
              </a:defRPr>
            </a:lvl2pPr>
            <a:lvl3pPr>
              <a:defRPr sz="1350" b="0">
                <a:solidFill>
                  <a:srgbClr val="64746C"/>
                </a:solidFill>
              </a:defRPr>
            </a:lvl3pPr>
            <a:lvl4pPr>
              <a:defRPr sz="1350" b="0">
                <a:solidFill>
                  <a:srgbClr val="64746C"/>
                </a:solidFill>
              </a:defRPr>
            </a:lvl4pPr>
            <a:lvl5pPr>
              <a:defRPr sz="1350" b="0">
                <a:solidFill>
                  <a:srgbClr val="64746C"/>
                </a:solidFill>
              </a:defRPr>
            </a:lvl5pPr>
            <a:lvl6pPr>
              <a:defRPr sz="1350" b="0">
                <a:solidFill>
                  <a:srgbClr val="64746C"/>
                </a:solidFill>
              </a:defRPr>
            </a:lvl6pPr>
            <a:lvl7pPr>
              <a:defRPr sz="1350" b="0">
                <a:solidFill>
                  <a:srgbClr val="64746C"/>
                </a:solidFill>
              </a:defRPr>
            </a:lvl7pPr>
            <a:lvl8pPr>
              <a:defRPr sz="1350" b="0">
                <a:solidFill>
                  <a:srgbClr val="64746C"/>
                </a:solidFill>
              </a:defRPr>
            </a:lvl8pPr>
            <a:lvl9pPr>
              <a:defRPr sz="1350" b="0">
                <a:solidFill>
                  <a:srgbClr val="64746C"/>
                </a:solidFill>
              </a:defRPr>
            </a:lvl9pPr>
          </a:lstStyle>
          <a:p xmlns:a="http://schemas.openxmlformats.org/drawingml/2006/main">
            <a:pPr>
              <a:defRPr sz="1350" b="0">
                <a:solidFill>
                  <a:srgbClr val="64746C"/>
                </a:solidFill>
              </a:defRPr>
            </a:pPr>
            <a:r>
              <a:rPr sz="1350" b="0">
                <a:solidFill>
                  <a:srgbClr val="64746C"/>
                </a:solidFill>
              </a:rPr>
              <a:t>Khảo sát tự báo cáo; chưa chứng minh mức tăng điểm học tập.</a:t>
            </a:r>
          </a:p>
        </p:txBody>
      </p:sp>
    </p:spTree>
    <p:extLst>
      <p:ext uri="{BB962C8B-B14F-4D97-AF65-F5344CB8AC3E}">
        <p14:creationId xmlns:p14="http://schemas.microsoft.com/office/powerpoint/2010/main" val="2093521948"/>
      </p:ext>
    </p:extLst>
  </p:cSld>
</p:sld>
</file>

<file path=ppt/slides/slide13.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BA00EF-D568-4CBE-8F0A-ED675EAF3577}"/>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04 / TIẾNG NÓI NGƯỜI HỌC</a:t>
            </a:r>
          </a:p>
        </p:txBody>
      </p:sp>
      <p:sp>
        <p:nvSpPr>
          <p:cNvPr id="3" name="">
            <a:extLst xmlns:a="http://schemas.openxmlformats.org/drawingml/2006/main">
              <a:ext uri="{FF2B5EF4-FFF2-40B4-BE49-F238E27FC236}">
                <a16:creationId xmlns:a16="http://schemas.microsoft.com/office/drawing/2014/main" id="{FD9B7198-E72F-4963-B3E5-A27B3A14E7A5}"/>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Lắng nghe cả điều hữu ích lẫn điều cần sửa</a:t>
            </a:r>
          </a:p>
        </p:txBody>
      </p:sp>
      <p:sp>
        <p:nvSpPr>
          <p:cNvPr id="4" name="">
            <a:extLst xmlns:a="http://schemas.openxmlformats.org/drawingml/2006/main">
              <a:ext uri="{FF2B5EF4-FFF2-40B4-BE49-F238E27FC236}">
                <a16:creationId xmlns:a16="http://schemas.microsoft.com/office/drawing/2014/main" id="{8B6ACE9C-CEB1-4476-9C8F-0BF8D212AEA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03E6623F-37ED-4AE8-912B-89FEF8BBA949}"/>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13 / 15</a:t>
            </a:r>
          </a:p>
        </p:txBody>
      </p:sp>
      <p:sp>
        <p:nvSpPr>
          <p:cNvPr id="6" name="">
            <a:extLst xmlns:a="http://schemas.openxmlformats.org/drawingml/2006/main">
              <a:ext uri="{FF2B5EF4-FFF2-40B4-BE49-F238E27FC236}">
                <a16:creationId xmlns:a16="http://schemas.microsoft.com/office/drawing/2014/main" id="{F4278A77-0802-4AE8-8C1A-15310AA3685F}"/>
              </a:ext>
            </a:extLst>
          </p:cNvPr>
          <p:cNvSpPr>
            <a:spLocks xmlns:a="http://schemas.openxmlformats.org/drawingml/2006/main" noGrp="1"/>
          </p:cNvSpPr>
          <p:nvPr/>
        </p:nvSpPr>
        <p:spPr>
          <a:xfrm xmlns:a="http://schemas.openxmlformats.org/drawingml/2006/main">
            <a:off x="666750" y="2143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3F35"/>
                </a:solidFill>
              </a:defRPr>
            </a:defPPr>
            <a:lvl1pPr>
              <a:defRPr sz="2925" b="1">
                <a:solidFill>
                  <a:srgbClr val="173F35"/>
                </a:solidFill>
              </a:defRPr>
            </a:lvl1pPr>
            <a:lvl2pPr>
              <a:defRPr sz="2925" b="1">
                <a:solidFill>
                  <a:srgbClr val="173F35"/>
                </a:solidFill>
              </a:defRPr>
            </a:lvl2pPr>
            <a:lvl3pPr>
              <a:defRPr sz="2925" b="1">
                <a:solidFill>
                  <a:srgbClr val="173F35"/>
                </a:solidFill>
              </a:defRPr>
            </a:lvl3pPr>
            <a:lvl4pPr>
              <a:defRPr sz="2925" b="1">
                <a:solidFill>
                  <a:srgbClr val="173F35"/>
                </a:solidFill>
              </a:defRPr>
            </a:lvl4pPr>
            <a:lvl5pPr>
              <a:defRPr sz="2925" b="1">
                <a:solidFill>
                  <a:srgbClr val="173F35"/>
                </a:solidFill>
              </a:defRPr>
            </a:lvl5pPr>
            <a:lvl6pPr>
              <a:defRPr sz="2925" b="1">
                <a:solidFill>
                  <a:srgbClr val="173F35"/>
                </a:solidFill>
              </a:defRPr>
            </a:lvl6pPr>
            <a:lvl7pPr>
              <a:defRPr sz="2925" b="1">
                <a:solidFill>
                  <a:srgbClr val="173F35"/>
                </a:solidFill>
              </a:defRPr>
            </a:lvl7pPr>
            <a:lvl8pPr>
              <a:defRPr sz="2925" b="1">
                <a:solidFill>
                  <a:srgbClr val="173F35"/>
                </a:solidFill>
              </a:defRPr>
            </a:lvl8pPr>
            <a:lvl9pPr>
              <a:defRPr sz="2925" b="1">
                <a:solidFill>
                  <a:srgbClr val="173F35"/>
                </a:solidFill>
              </a:defRPr>
            </a:lvl9pPr>
          </a:lstStyle>
          <a:p xmlns:a="http://schemas.openxmlformats.org/drawingml/2006/main">
            <a:pPr>
              <a:defRPr sz="2925" b="1">
                <a:solidFill>
                  <a:srgbClr val="173F35"/>
                </a:solidFill>
              </a:defRPr>
            </a:pPr>
            <a:r>
              <a:rPr sz="2925" b="1">
                <a:solidFill>
                  <a:srgbClr val="173F35"/>
                </a:solidFill>
              </a:rPr>
              <a:t>“Sổ tay giúp em hiểu sai ở đâu”</a:t>
            </a:r>
          </a:p>
        </p:txBody>
      </p:sp>
      <p:sp>
        <p:nvSpPr>
          <p:cNvPr id="7" name="">
            <a:extLst xmlns:a="http://schemas.openxmlformats.org/drawingml/2006/main">
              <a:ext uri="{FF2B5EF4-FFF2-40B4-BE49-F238E27FC236}">
                <a16:creationId xmlns:a16="http://schemas.microsoft.com/office/drawing/2014/main" id="{0CFA81D4-DB3E-4D49-BA07-B38A0A077064}"/>
              </a:ext>
            </a:extLst>
          </p:cNvPr>
          <p:cNvSpPr>
            <a:spLocks xmlns:a="http://schemas.openxmlformats.org/drawingml/2006/main" noGrp="1"/>
          </p:cNvSpPr>
          <p:nvPr/>
        </p:nvSpPr>
        <p:spPr>
          <a:xfrm xmlns:a="http://schemas.openxmlformats.org/drawingml/2006/main">
            <a:off x="714375" y="293370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4746C"/>
                </a:solidFill>
              </a:defRPr>
            </a:defPPr>
            <a:lvl1pPr>
              <a:defRPr sz="1425" b="0">
                <a:solidFill>
                  <a:srgbClr val="64746C"/>
                </a:solidFill>
              </a:defRPr>
            </a:lvl1pPr>
            <a:lvl2pPr>
              <a:defRPr sz="1425" b="0">
                <a:solidFill>
                  <a:srgbClr val="64746C"/>
                </a:solidFill>
              </a:defRPr>
            </a:lvl2pPr>
            <a:lvl3pPr>
              <a:defRPr sz="1425" b="0">
                <a:solidFill>
                  <a:srgbClr val="64746C"/>
                </a:solidFill>
              </a:defRPr>
            </a:lvl3pPr>
            <a:lvl4pPr>
              <a:defRPr sz="1425" b="0">
                <a:solidFill>
                  <a:srgbClr val="64746C"/>
                </a:solidFill>
              </a:defRPr>
            </a:lvl4pPr>
            <a:lvl5pPr>
              <a:defRPr sz="1425" b="0">
                <a:solidFill>
                  <a:srgbClr val="64746C"/>
                </a:solidFill>
              </a:defRPr>
            </a:lvl5pPr>
            <a:lvl6pPr>
              <a:defRPr sz="1425" b="0">
                <a:solidFill>
                  <a:srgbClr val="64746C"/>
                </a:solidFill>
              </a:defRPr>
            </a:lvl6pPr>
            <a:lvl7pPr>
              <a:defRPr sz="1425" b="0">
                <a:solidFill>
                  <a:srgbClr val="64746C"/>
                </a:solidFill>
              </a:defRPr>
            </a:lvl7pPr>
            <a:lvl8pPr>
              <a:defRPr sz="1425" b="0">
                <a:solidFill>
                  <a:srgbClr val="64746C"/>
                </a:solidFill>
              </a:defRPr>
            </a:lvl8pPr>
            <a:lvl9pPr>
              <a:defRPr sz="1425" b="0">
                <a:solidFill>
                  <a:srgbClr val="64746C"/>
                </a:solidFill>
              </a:defRPr>
            </a:lvl9pPr>
          </a:lstStyle>
          <a:p xmlns:a="http://schemas.openxmlformats.org/drawingml/2006/main">
            <a:pPr>
              <a:defRPr sz="1425" b="0">
                <a:solidFill>
                  <a:srgbClr val="64746C"/>
                </a:solidFill>
              </a:defRPr>
            </a:pPr>
            <a:r>
              <a:rPr sz="1425" b="0">
                <a:solidFill>
                  <a:srgbClr val="64746C"/>
                </a:solidFill>
              </a:rPr>
              <a:t>Phản hồi lớp 11/6</a:t>
            </a:r>
          </a:p>
        </p:txBody>
      </p:sp>
      <p:sp>
        <p:nvSpPr>
          <p:cNvPr id="8" name="">
            <a:extLst xmlns:a="http://schemas.openxmlformats.org/drawingml/2006/main">
              <a:ext uri="{FF2B5EF4-FFF2-40B4-BE49-F238E27FC236}">
                <a16:creationId xmlns:a16="http://schemas.microsoft.com/office/drawing/2014/main" id="{81EB1C7F-8B4F-4B79-96B3-7DB2ACE0686B}"/>
              </a:ext>
            </a:extLst>
          </p:cNvPr>
          <p:cNvSpPr>
            <a:spLocks xmlns:a="http://schemas.openxmlformats.org/drawingml/2006/main" noGrp="1"/>
          </p:cNvSpPr>
          <p:nvPr/>
        </p:nvSpPr>
        <p:spPr>
          <a:xfrm xmlns:a="http://schemas.openxmlformats.org/drawingml/2006/main">
            <a:off x="666750" y="36671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F35"/>
                </a:solidFill>
              </a:defRPr>
            </a:defPPr>
            <a:lvl1pPr>
              <a:defRPr sz="2550" b="1">
                <a:solidFill>
                  <a:srgbClr val="173F35"/>
                </a:solidFill>
              </a:defRPr>
            </a:lvl1pPr>
            <a:lvl2pPr>
              <a:defRPr sz="2550" b="1">
                <a:solidFill>
                  <a:srgbClr val="173F35"/>
                </a:solidFill>
              </a:defRPr>
            </a:lvl2pPr>
            <a:lvl3pPr>
              <a:defRPr sz="2550" b="1">
                <a:solidFill>
                  <a:srgbClr val="173F35"/>
                </a:solidFill>
              </a:defRPr>
            </a:lvl3pPr>
            <a:lvl4pPr>
              <a:defRPr sz="2550" b="1">
                <a:solidFill>
                  <a:srgbClr val="173F35"/>
                </a:solidFill>
              </a:defRPr>
            </a:lvl4pPr>
            <a:lvl5pPr>
              <a:defRPr sz="2550" b="1">
                <a:solidFill>
                  <a:srgbClr val="173F35"/>
                </a:solidFill>
              </a:defRPr>
            </a:lvl5pPr>
            <a:lvl6pPr>
              <a:defRPr sz="2550" b="1">
                <a:solidFill>
                  <a:srgbClr val="173F35"/>
                </a:solidFill>
              </a:defRPr>
            </a:lvl6pPr>
            <a:lvl7pPr>
              <a:defRPr sz="2550" b="1">
                <a:solidFill>
                  <a:srgbClr val="173F35"/>
                </a:solidFill>
              </a:defRPr>
            </a:lvl7pPr>
            <a:lvl8pPr>
              <a:defRPr sz="2550" b="1">
                <a:solidFill>
                  <a:srgbClr val="173F35"/>
                </a:solidFill>
              </a:defRPr>
            </a:lvl8pPr>
            <a:lvl9pPr>
              <a:defRPr sz="2550" b="1">
                <a:solidFill>
                  <a:srgbClr val="173F35"/>
                </a:solidFill>
              </a:defRPr>
            </a:lvl9pPr>
          </a:lstStyle>
          <a:p xmlns:a="http://schemas.openxmlformats.org/drawingml/2006/main">
            <a:pPr>
              <a:defRPr sz="2550" b="1">
                <a:solidFill>
                  <a:srgbClr val="173F35"/>
                </a:solidFill>
              </a:defRPr>
            </a:pPr>
            <a:r>
              <a:rPr sz="2550" b="1">
                <a:solidFill>
                  <a:srgbClr val="173F35"/>
                </a:solidFill>
              </a:rPr>
              <a:t>“Có thể dễ dàng luyện tập lại sau tiết học</a:t>
            </a:r>
          </a:p>
          <a:p xmlns:a="http://schemas.openxmlformats.org/drawingml/2006/main">
            <a:pPr>
              <a:defRPr sz="2550" b="1">
                <a:solidFill>
                  <a:srgbClr val="173F35"/>
                </a:solidFill>
              </a:defRPr>
            </a:pPr>
            <a:r>
              <a:rPr sz="2550" b="1">
                <a:solidFill>
                  <a:srgbClr val="173F35"/>
                </a:solidFill>
              </a:rPr>
              <a:t>vì có mục lựa chọn bài.”</a:t>
            </a:r>
          </a:p>
        </p:txBody>
      </p:sp>
      <p:sp>
        <p:nvSpPr>
          <p:cNvPr id="9" name="">
            <a:extLst xmlns:a="http://schemas.openxmlformats.org/drawingml/2006/main">
              <a:ext uri="{FF2B5EF4-FFF2-40B4-BE49-F238E27FC236}">
                <a16:creationId xmlns:a16="http://schemas.microsoft.com/office/drawing/2014/main" id="{A8D26C9D-1ECB-4019-BF50-336BEAEE0572}"/>
              </a:ext>
            </a:extLst>
          </p:cNvPr>
          <p:cNvSpPr>
            <a:spLocks xmlns:a="http://schemas.openxmlformats.org/drawingml/2006/main" noGrp="1"/>
          </p:cNvSpPr>
          <p:nvPr/>
        </p:nvSpPr>
        <p:spPr>
          <a:xfrm xmlns:a="http://schemas.openxmlformats.org/drawingml/2006/main">
            <a:off x="714375" y="4762500"/>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4746C"/>
                </a:solidFill>
              </a:defRPr>
            </a:defPPr>
            <a:lvl1pPr>
              <a:defRPr sz="1425" b="0">
                <a:solidFill>
                  <a:srgbClr val="64746C"/>
                </a:solidFill>
              </a:defRPr>
            </a:lvl1pPr>
            <a:lvl2pPr>
              <a:defRPr sz="1425" b="0">
                <a:solidFill>
                  <a:srgbClr val="64746C"/>
                </a:solidFill>
              </a:defRPr>
            </a:lvl2pPr>
            <a:lvl3pPr>
              <a:defRPr sz="1425" b="0">
                <a:solidFill>
                  <a:srgbClr val="64746C"/>
                </a:solidFill>
              </a:defRPr>
            </a:lvl3pPr>
            <a:lvl4pPr>
              <a:defRPr sz="1425" b="0">
                <a:solidFill>
                  <a:srgbClr val="64746C"/>
                </a:solidFill>
              </a:defRPr>
            </a:lvl4pPr>
            <a:lvl5pPr>
              <a:defRPr sz="1425" b="0">
                <a:solidFill>
                  <a:srgbClr val="64746C"/>
                </a:solidFill>
              </a:defRPr>
            </a:lvl5pPr>
            <a:lvl6pPr>
              <a:defRPr sz="1425" b="0">
                <a:solidFill>
                  <a:srgbClr val="64746C"/>
                </a:solidFill>
              </a:defRPr>
            </a:lvl6pPr>
            <a:lvl7pPr>
              <a:defRPr sz="1425" b="0">
                <a:solidFill>
                  <a:srgbClr val="64746C"/>
                </a:solidFill>
              </a:defRPr>
            </a:lvl7pPr>
            <a:lvl8pPr>
              <a:defRPr sz="1425" b="0">
                <a:solidFill>
                  <a:srgbClr val="64746C"/>
                </a:solidFill>
              </a:defRPr>
            </a:lvl8pPr>
            <a:lvl9pPr>
              <a:defRPr sz="1425" b="0">
                <a:solidFill>
                  <a:srgbClr val="64746C"/>
                </a:solidFill>
              </a:defRPr>
            </a:lvl9pPr>
          </a:lstStyle>
          <a:p xmlns:a="http://schemas.openxmlformats.org/drawingml/2006/main">
            <a:pPr>
              <a:defRPr sz="1425" b="0">
                <a:solidFill>
                  <a:srgbClr val="64746C"/>
                </a:solidFill>
              </a:defRPr>
            </a:pPr>
            <a:r>
              <a:rPr sz="1425" b="0">
                <a:solidFill>
                  <a:srgbClr val="64746C"/>
                </a:solidFill>
              </a:rPr>
              <a:t>Phản hồi lớp 11/2</a:t>
            </a:r>
          </a:p>
        </p:txBody>
      </p:sp>
      <p:sp>
        <p:nvSpPr>
          <p:cNvPr id="10" name="">
            <a:extLst xmlns:a="http://schemas.openxmlformats.org/drawingml/2006/main">
              <a:ext uri="{FF2B5EF4-FFF2-40B4-BE49-F238E27FC236}">
                <a16:creationId xmlns:a16="http://schemas.microsoft.com/office/drawing/2014/main" id="{A5660830-589C-4A1A-AD05-CAF6F82ECC2B}"/>
              </a:ext>
            </a:extLst>
          </p:cNvPr>
          <p:cNvSpPr>
            <a:spLocks xmlns:a="http://schemas.openxmlformats.org/drawingml/2006/main" noGrp="1"/>
          </p:cNvSpPr>
          <p:nvPr/>
        </p:nvSpPr>
        <p:spPr>
          <a:xfrm xmlns:a="http://schemas.openxmlformats.org/drawingml/2006/main">
            <a:off x="714375" y="54483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27B29"/>
                </a:solidFill>
              </a:defRPr>
            </a:defPPr>
            <a:lvl1pPr>
              <a:defRPr sz="1950" b="1">
                <a:solidFill>
                  <a:srgbClr val="B27B29"/>
                </a:solidFill>
              </a:defRPr>
            </a:lvl1pPr>
            <a:lvl2pPr>
              <a:defRPr sz="1950" b="1">
                <a:solidFill>
                  <a:srgbClr val="B27B29"/>
                </a:solidFill>
              </a:defRPr>
            </a:lvl2pPr>
            <a:lvl3pPr>
              <a:defRPr sz="1950" b="1">
                <a:solidFill>
                  <a:srgbClr val="B27B29"/>
                </a:solidFill>
              </a:defRPr>
            </a:lvl3pPr>
            <a:lvl4pPr>
              <a:defRPr sz="1950" b="1">
                <a:solidFill>
                  <a:srgbClr val="B27B29"/>
                </a:solidFill>
              </a:defRPr>
            </a:lvl4pPr>
            <a:lvl5pPr>
              <a:defRPr sz="1950" b="1">
                <a:solidFill>
                  <a:srgbClr val="B27B29"/>
                </a:solidFill>
              </a:defRPr>
            </a:lvl5pPr>
            <a:lvl6pPr>
              <a:defRPr sz="1950" b="1">
                <a:solidFill>
                  <a:srgbClr val="B27B29"/>
                </a:solidFill>
              </a:defRPr>
            </a:lvl6pPr>
            <a:lvl7pPr>
              <a:defRPr sz="1950" b="1">
                <a:solidFill>
                  <a:srgbClr val="B27B29"/>
                </a:solidFill>
              </a:defRPr>
            </a:lvl7pPr>
            <a:lvl8pPr>
              <a:defRPr sz="1950" b="1">
                <a:solidFill>
                  <a:srgbClr val="B27B29"/>
                </a:solidFill>
              </a:defRPr>
            </a:lvl8pPr>
            <a:lvl9pPr>
              <a:defRPr sz="1950" b="1">
                <a:solidFill>
                  <a:srgbClr val="B27B29"/>
                </a:solidFill>
              </a:defRPr>
            </a:lvl9pPr>
          </a:lstStyle>
          <a:p xmlns:a="http://schemas.openxmlformats.org/drawingml/2006/main">
            <a:pPr>
              <a:defRPr sz="1950" b="1">
                <a:solidFill>
                  <a:srgbClr val="B27B29"/>
                </a:solidFill>
              </a:defRPr>
            </a:pPr>
            <a:r>
              <a:rPr sz="1950" b="1">
                <a:solidFill>
                  <a:srgbClr val="B27B29"/>
                </a:solidFill>
              </a:rPr>
              <a:t>Góp ý cần xử lý: hướng dẫn nhập đáp án, hiển thị thời gian,</a:t>
            </a:r>
          </a:p>
          <a:p xmlns:a="http://schemas.openxmlformats.org/drawingml/2006/main">
            <a:pPr>
              <a:defRPr sz="1950" b="1">
                <a:solidFill>
                  <a:srgbClr val="B27B29"/>
                </a:solidFill>
              </a:defRPr>
            </a:pPr>
            <a:r>
              <a:rPr sz="1950" b="1">
                <a:solidFill>
                  <a:srgbClr val="B27B29"/>
                </a:solidFill>
              </a:rPr>
              <a:t>quyền riêng tư của tỷ lệ đúng.</a:t>
            </a:r>
          </a:p>
        </p:txBody>
      </p:sp>
    </p:spTree>
    <p:extLst>
      <p:ext uri="{BB962C8B-B14F-4D97-AF65-F5344CB8AC3E}">
        <p14:creationId xmlns:p14="http://schemas.microsoft.com/office/powerpoint/2010/main" val="1382528855"/>
      </p:ext>
    </p:extLst>
  </p:cSld>
</p:sld>
</file>

<file path=ppt/slides/slide14.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D2D0407-0E51-40ED-B1F5-D1C5A22EC931}"/>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05 / SỬ DỤNG CÓ TRÁCH NHIỆM</a:t>
            </a:r>
          </a:p>
        </p:txBody>
      </p:sp>
      <p:sp>
        <p:nvSpPr>
          <p:cNvPr id="3" name="">
            <a:extLst xmlns:a="http://schemas.openxmlformats.org/drawingml/2006/main">
              <a:ext uri="{FF2B5EF4-FFF2-40B4-BE49-F238E27FC236}">
                <a16:creationId xmlns:a16="http://schemas.microsoft.com/office/drawing/2014/main" id="{323C2A52-D1D5-4401-9BAA-24F12B6E5F45}"/>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Theo dõi tiến bộ đi cùng trách nhiệm dữ liệu</a:t>
            </a:r>
          </a:p>
        </p:txBody>
      </p:sp>
      <p:sp>
        <p:nvSpPr>
          <p:cNvPr id="4" name="">
            <a:extLst xmlns:a="http://schemas.openxmlformats.org/drawingml/2006/main">
              <a:ext uri="{FF2B5EF4-FFF2-40B4-BE49-F238E27FC236}">
                <a16:creationId xmlns:a16="http://schemas.microsoft.com/office/drawing/2014/main" id="{50C8F779-6333-4ED6-8CAB-CFC6B6501CD7}"/>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43F34A7E-1BDC-4B3B-9A8E-9FF34527EDCE}"/>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14 / 15</a:t>
            </a:r>
          </a:p>
        </p:txBody>
      </p:sp>
      <p:sp>
        <p:nvSpPr>
          <p:cNvPr id="6" name="">
            <a:extLst xmlns:a="http://schemas.openxmlformats.org/drawingml/2006/main">
              <a:ext uri="{FF2B5EF4-FFF2-40B4-BE49-F238E27FC236}">
                <a16:creationId xmlns:a16="http://schemas.microsoft.com/office/drawing/2014/main" id="{8FDA8A01-F608-42A1-946B-13C36D6CD411}"/>
              </a:ext>
            </a:extLst>
          </p:cNvPr>
          <p:cNvSpPr>
            <a:spLocks xmlns:a="http://schemas.openxmlformats.org/drawingml/2006/main" noGrp="1"/>
          </p:cNvSpPr>
          <p:nvPr/>
        </p:nvSpPr>
        <p:spPr>
          <a:xfrm xmlns:a="http://schemas.openxmlformats.org/drawingml/2006/main">
            <a:off x="609600" y="20955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7" name="">
            <a:extLst xmlns:a="http://schemas.openxmlformats.org/drawingml/2006/main">
              <a:ext uri="{FF2B5EF4-FFF2-40B4-BE49-F238E27FC236}">
                <a16:creationId xmlns:a16="http://schemas.microsoft.com/office/drawing/2014/main" id="{E2637D33-EF39-430F-B1FE-CB42D5B9B315}"/>
              </a:ext>
            </a:extLst>
          </p:cNvPr>
          <p:cNvSpPr>
            <a:spLocks xmlns:a="http://schemas.openxmlformats.org/drawingml/2006/main" noGrp="1"/>
          </p:cNvSpPr>
          <p:nvPr/>
        </p:nvSpPr>
        <p:spPr>
          <a:xfrm xmlns:a="http://schemas.openxmlformats.org/drawingml/2006/main">
            <a:off x="1228725" y="2095500"/>
            <a:ext cx="1004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Giáo viên xem quá trình</a:t>
            </a:r>
          </a:p>
        </p:txBody>
      </p:sp>
      <p:sp>
        <p:nvSpPr>
          <p:cNvPr id="8" name="">
            <a:extLst xmlns:a="http://schemas.openxmlformats.org/drawingml/2006/main">
              <a:ext uri="{FF2B5EF4-FFF2-40B4-BE49-F238E27FC236}">
                <a16:creationId xmlns:a16="http://schemas.microsoft.com/office/drawing/2014/main" id="{8C11D40B-2882-4911-9766-2E112BA6B1F6}"/>
              </a:ext>
            </a:extLst>
          </p:cNvPr>
          <p:cNvSpPr>
            <a:spLocks xmlns:a="http://schemas.openxmlformats.org/drawingml/2006/main" noGrp="1"/>
          </p:cNvSpPr>
          <p:nvPr/>
        </p:nvSpPr>
        <p:spPr>
          <a:xfrm xmlns:a="http://schemas.openxmlformats.org/drawingml/2006/main">
            <a:off x="1228725" y="2552700"/>
            <a:ext cx="1004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Thời gian luyện tập theo ngày, tuần, tháng; nhãn đang luyện tập.</a:t>
            </a:r>
          </a:p>
        </p:txBody>
      </p:sp>
      <p:sp>
        <p:nvSpPr>
          <p:cNvPr id="9" name="">
            <a:extLst xmlns:a="http://schemas.openxmlformats.org/drawingml/2006/main">
              <a:ext uri="{FF2B5EF4-FFF2-40B4-BE49-F238E27FC236}">
                <a16:creationId xmlns:a16="http://schemas.microsoft.com/office/drawing/2014/main" id="{86D2B0E3-D8A1-46E7-B460-CDF70F3770AB}"/>
              </a:ext>
            </a:extLst>
          </p:cNvPr>
          <p:cNvSpPr>
            <a:spLocks xmlns:a="http://schemas.openxmlformats.org/drawingml/2006/main" noGrp="1"/>
          </p:cNvSpPr>
          <p:nvPr/>
        </p:nvSpPr>
        <p:spPr>
          <a:xfrm xmlns:a="http://schemas.openxmlformats.org/drawingml/2006/main">
            <a:off x="609600" y="33813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0" name="">
            <a:extLst xmlns:a="http://schemas.openxmlformats.org/drawingml/2006/main">
              <a:ext uri="{FF2B5EF4-FFF2-40B4-BE49-F238E27FC236}">
                <a16:creationId xmlns:a16="http://schemas.microsoft.com/office/drawing/2014/main" id="{83FE15A2-600E-43D8-8D47-8DFE1D4EEFC6}"/>
              </a:ext>
            </a:extLst>
          </p:cNvPr>
          <p:cNvSpPr>
            <a:spLocks xmlns:a="http://schemas.openxmlformats.org/drawingml/2006/main" noGrp="1"/>
          </p:cNvSpPr>
          <p:nvPr/>
        </p:nvSpPr>
        <p:spPr>
          <a:xfrm xmlns:a="http://schemas.openxmlformats.org/drawingml/2006/main">
            <a:off x="1228725" y="3381375"/>
            <a:ext cx="1004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Bảo vệ người học</a:t>
            </a:r>
          </a:p>
        </p:txBody>
      </p:sp>
      <p:sp>
        <p:nvSpPr>
          <p:cNvPr id="11" name="">
            <a:extLst xmlns:a="http://schemas.openxmlformats.org/drawingml/2006/main">
              <a:ext uri="{FF2B5EF4-FFF2-40B4-BE49-F238E27FC236}">
                <a16:creationId xmlns:a16="http://schemas.microsoft.com/office/drawing/2014/main" id="{596BE24E-9784-4A96-95F2-2A70694B972D}"/>
              </a:ext>
            </a:extLst>
          </p:cNvPr>
          <p:cNvSpPr>
            <a:spLocks xmlns:a="http://schemas.openxmlformats.org/drawingml/2006/main" noGrp="1"/>
          </p:cNvSpPr>
          <p:nvPr/>
        </p:nvSpPr>
        <p:spPr>
          <a:xfrm xmlns:a="http://schemas.openxmlformats.org/drawingml/2006/main">
            <a:off x="1228725" y="3838575"/>
            <a:ext cx="1004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Giới hạn công khai thông tin; tiếp nhận góp ý về quyền riêng tư.</a:t>
            </a:r>
          </a:p>
        </p:txBody>
      </p:sp>
      <p:sp>
        <p:nvSpPr>
          <p:cNvPr id="12" name="">
            <a:extLst xmlns:a="http://schemas.openxmlformats.org/drawingml/2006/main">
              <a:ext uri="{FF2B5EF4-FFF2-40B4-BE49-F238E27FC236}">
                <a16:creationId xmlns:a16="http://schemas.microsoft.com/office/drawing/2014/main" id="{CCD64076-A8A3-4C37-AC8D-F667B052EC6B}"/>
              </a:ext>
            </a:extLst>
          </p:cNvPr>
          <p:cNvSpPr>
            <a:spLocks xmlns:a="http://schemas.openxmlformats.org/drawingml/2006/main" noGrp="1"/>
          </p:cNvSpPr>
          <p:nvPr/>
        </p:nvSpPr>
        <p:spPr>
          <a:xfrm xmlns:a="http://schemas.openxmlformats.org/drawingml/2006/main">
            <a:off x="609600" y="4667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3" name="">
            <a:extLst xmlns:a="http://schemas.openxmlformats.org/drawingml/2006/main">
              <a:ext uri="{FF2B5EF4-FFF2-40B4-BE49-F238E27FC236}">
                <a16:creationId xmlns:a16="http://schemas.microsoft.com/office/drawing/2014/main" id="{50F06541-9DCA-4E80-B6A8-5C48AF7B5568}"/>
              </a:ext>
            </a:extLst>
          </p:cNvPr>
          <p:cNvSpPr>
            <a:spLocks xmlns:a="http://schemas.openxmlformats.org/drawingml/2006/main" noGrp="1"/>
          </p:cNvSpPr>
          <p:nvPr/>
        </p:nvSpPr>
        <p:spPr>
          <a:xfrm xmlns:a="http://schemas.openxmlformats.org/drawingml/2006/main">
            <a:off x="1228725" y="4667250"/>
            <a:ext cx="1004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Đánh giá đúng giới hạn</a:t>
            </a:r>
          </a:p>
        </p:txBody>
      </p:sp>
      <p:sp>
        <p:nvSpPr>
          <p:cNvPr id="14" name="">
            <a:extLst xmlns:a="http://schemas.openxmlformats.org/drawingml/2006/main">
              <a:ext uri="{FF2B5EF4-FFF2-40B4-BE49-F238E27FC236}">
                <a16:creationId xmlns:a16="http://schemas.microsoft.com/office/drawing/2014/main" id="{F8883824-E7AF-485D-AFDC-62A9DA37133C}"/>
              </a:ext>
            </a:extLst>
          </p:cNvPr>
          <p:cNvSpPr>
            <a:spLocks xmlns:a="http://schemas.openxmlformats.org/drawingml/2006/main" noGrp="1"/>
          </p:cNvSpPr>
          <p:nvPr/>
        </p:nvSpPr>
        <p:spPr>
          <a:xfrm xmlns:a="http://schemas.openxmlformats.org/drawingml/2006/main">
            <a:off x="1228725" y="5124450"/>
            <a:ext cx="1004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Thời gian và cấp cây là tín hiệu; không thay kết luận chuyên môn.</a:t>
            </a:r>
          </a:p>
        </p:txBody>
      </p:sp>
    </p:spTree>
    <p:extLst>
      <p:ext uri="{BB962C8B-B14F-4D97-AF65-F5344CB8AC3E}">
        <p14:creationId xmlns:p14="http://schemas.microsoft.com/office/powerpoint/2010/main" val="1151236819"/>
      </p:ext>
    </p:extLst>
  </p:cSld>
</p:sld>
</file>

<file path=ppt/slides/slide15.xml><?xml version="1.0" encoding="utf-8"?>
<p:sld xmlns:p="http://schemas.openxmlformats.org/presentationml/2006/main">
  <p:cSld>
    <p:bg>
      <p:bgPr>
        <a:solidFill xmlns:a="http://schemas.openxmlformats.org/drawingml/2006/main">
          <a:srgbClr val="F8F7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7C9E56-6F86-4730-9F5B-7F48063B7B7E}"/>
              </a:ext>
            </a:extLst>
          </p:cNvPr>
          <p:cNvSpPr>
            <a:spLocks xmlns:a="http://schemas.openxmlformats.org/drawingml/2006/main" noGrp="1"/>
          </p:cNvSpPr>
          <p:nvPr/>
        </p:nvSpPr>
        <p:spPr>
          <a:xfrm xmlns:a="http://schemas.openxmlformats.org/drawingml/2006/main">
            <a:off x="609600" y="323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B27B29"/>
                </a:solidFill>
              </a:defRPr>
            </a:defPPr>
            <a:lvl1pPr>
              <a:defRPr sz="1125" b="1">
                <a:solidFill>
                  <a:srgbClr val="B27B29"/>
                </a:solidFill>
              </a:defRPr>
            </a:lvl1pPr>
            <a:lvl2pPr>
              <a:defRPr sz="1125" b="1">
                <a:solidFill>
                  <a:srgbClr val="B27B29"/>
                </a:solidFill>
              </a:defRPr>
            </a:lvl2pPr>
            <a:lvl3pPr>
              <a:defRPr sz="1125" b="1">
                <a:solidFill>
                  <a:srgbClr val="B27B29"/>
                </a:solidFill>
              </a:defRPr>
            </a:lvl3pPr>
            <a:lvl4pPr>
              <a:defRPr sz="1125" b="1">
                <a:solidFill>
                  <a:srgbClr val="B27B29"/>
                </a:solidFill>
              </a:defRPr>
            </a:lvl4pPr>
            <a:lvl5pPr>
              <a:defRPr sz="1125" b="1">
                <a:solidFill>
                  <a:srgbClr val="B27B29"/>
                </a:solidFill>
              </a:defRPr>
            </a:lvl5pPr>
            <a:lvl6pPr>
              <a:defRPr sz="1125" b="1">
                <a:solidFill>
                  <a:srgbClr val="B27B29"/>
                </a:solidFill>
              </a:defRPr>
            </a:lvl6pPr>
            <a:lvl7pPr>
              <a:defRPr sz="1125" b="1">
                <a:solidFill>
                  <a:srgbClr val="B27B29"/>
                </a:solidFill>
              </a:defRPr>
            </a:lvl7pPr>
            <a:lvl8pPr>
              <a:defRPr sz="1125" b="1">
                <a:solidFill>
                  <a:srgbClr val="B27B29"/>
                </a:solidFill>
              </a:defRPr>
            </a:lvl8pPr>
            <a:lvl9pPr>
              <a:defRPr sz="1125" b="1">
                <a:solidFill>
                  <a:srgbClr val="B27B29"/>
                </a:solidFill>
              </a:defRPr>
            </a:lvl9pPr>
          </a:lstStyle>
          <a:p xmlns:a="http://schemas.openxmlformats.org/drawingml/2006/main">
            <a:pPr>
              <a:defRPr sz="1125" b="1">
                <a:solidFill>
                  <a:srgbClr val="B27B29"/>
                </a:solidFill>
              </a:defRPr>
            </a:pPr>
            <a:r>
              <a:rPr sz="1125" b="1">
                <a:solidFill>
                  <a:srgbClr val="B27B29"/>
                </a:solidFill>
              </a:rPr>
              <a:t>05 / HƯỚNG PHÁT TRIỂN</a:t>
            </a:r>
          </a:p>
        </p:txBody>
      </p:sp>
      <p:sp>
        <p:nvSpPr>
          <p:cNvPr id="3" name="">
            <a:extLst xmlns:a="http://schemas.openxmlformats.org/drawingml/2006/main">
              <a:ext uri="{FF2B5EF4-FFF2-40B4-BE49-F238E27FC236}">
                <a16:creationId xmlns:a16="http://schemas.microsoft.com/office/drawing/2014/main" id="{97734DF6-3118-491E-AEFA-B55AA12D3722}"/>
              </a:ext>
            </a:extLst>
          </p:cNvPr>
          <p:cNvSpPr>
            <a:spLocks xmlns:a="http://schemas.openxmlformats.org/drawingml/2006/main" noGrp="1"/>
          </p:cNvSpPr>
          <p:nvPr/>
        </p:nvSpPr>
        <p:spPr>
          <a:xfrm xmlns:a="http://schemas.openxmlformats.org/drawingml/2006/main">
            <a:off x="609600" y="84772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3F35"/>
                </a:solidFill>
              </a:defRPr>
            </a:defPPr>
            <a:lvl1pPr>
              <a:defRPr sz="3150" b="1">
                <a:solidFill>
                  <a:srgbClr val="173F35"/>
                </a:solidFill>
              </a:defRPr>
            </a:lvl1pPr>
            <a:lvl2pPr>
              <a:defRPr sz="3150" b="1">
                <a:solidFill>
                  <a:srgbClr val="173F35"/>
                </a:solidFill>
              </a:defRPr>
            </a:lvl2pPr>
            <a:lvl3pPr>
              <a:defRPr sz="3150" b="1">
                <a:solidFill>
                  <a:srgbClr val="173F35"/>
                </a:solidFill>
              </a:defRPr>
            </a:lvl3pPr>
            <a:lvl4pPr>
              <a:defRPr sz="3150" b="1">
                <a:solidFill>
                  <a:srgbClr val="173F35"/>
                </a:solidFill>
              </a:defRPr>
            </a:lvl4pPr>
            <a:lvl5pPr>
              <a:defRPr sz="3150" b="1">
                <a:solidFill>
                  <a:srgbClr val="173F35"/>
                </a:solidFill>
              </a:defRPr>
            </a:lvl5pPr>
            <a:lvl6pPr>
              <a:defRPr sz="3150" b="1">
                <a:solidFill>
                  <a:srgbClr val="173F35"/>
                </a:solidFill>
              </a:defRPr>
            </a:lvl6pPr>
            <a:lvl7pPr>
              <a:defRPr sz="3150" b="1">
                <a:solidFill>
                  <a:srgbClr val="173F35"/>
                </a:solidFill>
              </a:defRPr>
            </a:lvl7pPr>
            <a:lvl8pPr>
              <a:defRPr sz="3150" b="1">
                <a:solidFill>
                  <a:srgbClr val="173F35"/>
                </a:solidFill>
              </a:defRPr>
            </a:lvl8pPr>
            <a:lvl9pPr>
              <a:defRPr sz="3150" b="1">
                <a:solidFill>
                  <a:srgbClr val="173F35"/>
                </a:solidFill>
              </a:defRPr>
            </a:lvl9pPr>
          </a:lstStyle>
          <a:p xmlns:a="http://schemas.openxmlformats.org/drawingml/2006/main">
            <a:pPr>
              <a:defRPr sz="3150" b="1">
                <a:solidFill>
                  <a:srgbClr val="173F35"/>
                </a:solidFill>
              </a:defRPr>
            </a:pPr>
            <a:r>
              <a:rPr sz="3150" b="1">
                <a:solidFill>
                  <a:srgbClr val="173F35"/>
                </a:solidFill>
              </a:rPr>
              <a:t>Tiếp tục cải tiến từ thực tế lớp học</a:t>
            </a:r>
          </a:p>
        </p:txBody>
      </p:sp>
      <p:sp>
        <p:nvSpPr>
          <p:cNvPr id="4" name="">
            <a:extLst xmlns:a="http://schemas.openxmlformats.org/drawingml/2006/main">
              <a:ext uri="{FF2B5EF4-FFF2-40B4-BE49-F238E27FC236}">
                <a16:creationId xmlns:a16="http://schemas.microsoft.com/office/drawing/2014/main" id="{0EE60391-7F5C-4063-B45F-B93DE7BA761B}"/>
              </a:ext>
            </a:extLst>
          </p:cNvPr>
          <p:cNvSpPr>
            <a:spLocks xmlns:a="http://schemas.openxmlformats.org/drawingml/2006/main" noGrp="1"/>
          </p:cNvSpPr>
          <p:nvPr/>
        </p:nvSpPr>
        <p:spPr>
          <a:xfrm xmlns:a="http://schemas.openxmlformats.org/drawingml/2006/main">
            <a:off x="609600" y="64389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GREENEDU  /  Nguyễn Thị Thanh Phương</a:t>
            </a:r>
          </a:p>
        </p:txBody>
      </p:sp>
      <p:sp>
        <p:nvSpPr>
          <p:cNvPr id="5" name="">
            <a:extLst xmlns:a="http://schemas.openxmlformats.org/drawingml/2006/main">
              <a:ext uri="{FF2B5EF4-FFF2-40B4-BE49-F238E27FC236}">
                <a16:creationId xmlns:a16="http://schemas.microsoft.com/office/drawing/2014/main" id="{1A87A806-9549-4178-9EF2-767F7058E19C}"/>
              </a:ext>
            </a:extLst>
          </p:cNvPr>
          <p:cNvSpPr>
            <a:spLocks xmlns:a="http://schemas.openxmlformats.org/drawingml/2006/main" noGrp="1"/>
          </p:cNvSpPr>
          <p:nvPr/>
        </p:nvSpPr>
        <p:spPr>
          <a:xfrm xmlns:a="http://schemas.openxmlformats.org/drawingml/2006/main">
            <a:off x="10763250" y="64389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4746C"/>
                </a:solidFill>
              </a:defRPr>
            </a:defPPr>
            <a:lvl1pPr>
              <a:defRPr sz="1050" b="0">
                <a:solidFill>
                  <a:srgbClr val="64746C"/>
                </a:solidFill>
              </a:defRPr>
            </a:lvl1pPr>
            <a:lvl2pPr>
              <a:defRPr sz="1050" b="0">
                <a:solidFill>
                  <a:srgbClr val="64746C"/>
                </a:solidFill>
              </a:defRPr>
            </a:lvl2pPr>
            <a:lvl3pPr>
              <a:defRPr sz="1050" b="0">
                <a:solidFill>
                  <a:srgbClr val="64746C"/>
                </a:solidFill>
              </a:defRPr>
            </a:lvl3pPr>
            <a:lvl4pPr>
              <a:defRPr sz="1050" b="0">
                <a:solidFill>
                  <a:srgbClr val="64746C"/>
                </a:solidFill>
              </a:defRPr>
            </a:lvl4pPr>
            <a:lvl5pPr>
              <a:defRPr sz="1050" b="0">
                <a:solidFill>
                  <a:srgbClr val="64746C"/>
                </a:solidFill>
              </a:defRPr>
            </a:lvl5pPr>
            <a:lvl6pPr>
              <a:defRPr sz="1050" b="0">
                <a:solidFill>
                  <a:srgbClr val="64746C"/>
                </a:solidFill>
              </a:defRPr>
            </a:lvl6pPr>
            <a:lvl7pPr>
              <a:defRPr sz="1050" b="0">
                <a:solidFill>
                  <a:srgbClr val="64746C"/>
                </a:solidFill>
              </a:defRPr>
            </a:lvl7pPr>
            <a:lvl8pPr>
              <a:defRPr sz="1050" b="0">
                <a:solidFill>
                  <a:srgbClr val="64746C"/>
                </a:solidFill>
              </a:defRPr>
            </a:lvl8pPr>
            <a:lvl9pPr>
              <a:defRPr sz="1050" b="0">
                <a:solidFill>
                  <a:srgbClr val="64746C"/>
                </a:solidFill>
              </a:defRPr>
            </a:lvl9pPr>
          </a:lstStyle>
          <a:p xmlns:a="http://schemas.openxmlformats.org/drawingml/2006/main">
            <a:pPr>
              <a:defRPr sz="1050" b="0">
                <a:solidFill>
                  <a:srgbClr val="64746C"/>
                </a:solidFill>
              </a:defRPr>
            </a:pPr>
            <a:r>
              <a:rPr sz="1050" b="0">
                <a:solidFill>
                  <a:srgbClr val="64746C"/>
                </a:solidFill>
              </a:rPr>
              <a:t>15 / 15</a:t>
            </a:r>
          </a:p>
        </p:txBody>
      </p:sp>
      <p:sp>
        <p:nvSpPr>
          <p:cNvPr id="6" name="">
            <a:extLst xmlns:a="http://schemas.openxmlformats.org/drawingml/2006/main">
              <a:ext uri="{FF2B5EF4-FFF2-40B4-BE49-F238E27FC236}">
                <a16:creationId xmlns:a16="http://schemas.microsoft.com/office/drawing/2014/main" id="{3757512B-33C3-41FF-B4D2-8C35FF6C6F6C}"/>
              </a:ext>
            </a:extLst>
          </p:cNvPr>
          <p:cNvSpPr>
            <a:spLocks xmlns:a="http://schemas.openxmlformats.org/drawingml/2006/main" noGrp="1"/>
          </p:cNvSpPr>
          <p:nvPr/>
        </p:nvSpPr>
        <p:spPr>
          <a:xfrm xmlns:a="http://schemas.openxmlformats.org/drawingml/2006/main">
            <a:off x="609600" y="19526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01</a:t>
            </a:r>
          </a:p>
        </p:txBody>
      </p:sp>
      <p:sp>
        <p:nvSpPr>
          <p:cNvPr id="7" name="">
            <a:extLst xmlns:a="http://schemas.openxmlformats.org/drawingml/2006/main">
              <a:ext uri="{FF2B5EF4-FFF2-40B4-BE49-F238E27FC236}">
                <a16:creationId xmlns:a16="http://schemas.microsoft.com/office/drawing/2014/main" id="{0FF57B6F-13B7-42E6-992C-6C920CB7B692}"/>
              </a:ext>
            </a:extLst>
          </p:cNvPr>
          <p:cNvSpPr>
            <a:spLocks xmlns:a="http://schemas.openxmlformats.org/drawingml/2006/main" noGrp="1"/>
          </p:cNvSpPr>
          <p:nvPr/>
        </p:nvSpPr>
        <p:spPr>
          <a:xfrm xmlns:a="http://schemas.openxmlformats.org/drawingml/2006/main">
            <a:off x="1228725" y="1952625"/>
            <a:ext cx="690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Hoàn thiện trải nghiệm</a:t>
            </a:r>
          </a:p>
        </p:txBody>
      </p:sp>
      <p:sp>
        <p:nvSpPr>
          <p:cNvPr id="8" name="">
            <a:extLst xmlns:a="http://schemas.openxmlformats.org/drawingml/2006/main">
              <a:ext uri="{FF2B5EF4-FFF2-40B4-BE49-F238E27FC236}">
                <a16:creationId xmlns:a16="http://schemas.microsoft.com/office/drawing/2014/main" id="{18C18061-1A03-4B33-9B77-BCDB4A9CB2EE}"/>
              </a:ext>
            </a:extLst>
          </p:cNvPr>
          <p:cNvSpPr>
            <a:spLocks xmlns:a="http://schemas.openxmlformats.org/drawingml/2006/main" noGrp="1"/>
          </p:cNvSpPr>
          <p:nvPr/>
        </p:nvSpPr>
        <p:spPr>
          <a:xfrm xmlns:a="http://schemas.openxmlformats.org/drawingml/2006/main">
            <a:off x="1228725" y="2409825"/>
            <a:ext cx="690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Ưu tiên các vướng mắc học sinh đã phản ánh.</a:t>
            </a:r>
          </a:p>
        </p:txBody>
      </p:sp>
      <p:sp>
        <p:nvSpPr>
          <p:cNvPr id="9" name="">
            <a:extLst xmlns:a="http://schemas.openxmlformats.org/drawingml/2006/main">
              <a:ext uri="{FF2B5EF4-FFF2-40B4-BE49-F238E27FC236}">
                <a16:creationId xmlns:a16="http://schemas.microsoft.com/office/drawing/2014/main" id="{87DB0E0A-DAF5-47CF-8B2A-57D8F83E17F4}"/>
              </a:ext>
            </a:extLst>
          </p:cNvPr>
          <p:cNvSpPr>
            <a:spLocks xmlns:a="http://schemas.openxmlformats.org/drawingml/2006/main" noGrp="1"/>
          </p:cNvSpPr>
          <p:nvPr/>
        </p:nvSpPr>
        <p:spPr>
          <a:xfrm xmlns:a="http://schemas.openxmlformats.org/drawingml/2006/main">
            <a:off x="609600" y="3286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02</a:t>
            </a:r>
          </a:p>
        </p:txBody>
      </p:sp>
      <p:sp>
        <p:nvSpPr>
          <p:cNvPr id="10" name="">
            <a:extLst xmlns:a="http://schemas.openxmlformats.org/drawingml/2006/main">
              <a:ext uri="{FF2B5EF4-FFF2-40B4-BE49-F238E27FC236}">
                <a16:creationId xmlns:a16="http://schemas.microsoft.com/office/drawing/2014/main" id="{DE04F094-742B-4CE4-8B33-D40184877AA8}"/>
              </a:ext>
            </a:extLst>
          </p:cNvPr>
          <p:cNvSpPr>
            <a:spLocks xmlns:a="http://schemas.openxmlformats.org/drawingml/2006/main" noGrp="1"/>
          </p:cNvSpPr>
          <p:nvPr/>
        </p:nvSpPr>
        <p:spPr>
          <a:xfrm xmlns:a="http://schemas.openxmlformats.org/drawingml/2006/main">
            <a:off x="1228725" y="3286125"/>
            <a:ext cx="690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Đo hiệu quả rõ hơn</a:t>
            </a:r>
          </a:p>
        </p:txBody>
      </p:sp>
      <p:sp>
        <p:nvSpPr>
          <p:cNvPr id="11" name="">
            <a:extLst xmlns:a="http://schemas.openxmlformats.org/drawingml/2006/main">
              <a:ext uri="{FF2B5EF4-FFF2-40B4-BE49-F238E27FC236}">
                <a16:creationId xmlns:a16="http://schemas.microsoft.com/office/drawing/2014/main" id="{42AF9A25-ADD2-46DC-8537-200522AD2CF8}"/>
              </a:ext>
            </a:extLst>
          </p:cNvPr>
          <p:cNvSpPr>
            <a:spLocks xmlns:a="http://schemas.openxmlformats.org/drawingml/2006/main" noGrp="1"/>
          </p:cNvSpPr>
          <p:nvPr/>
        </p:nvSpPr>
        <p:spPr>
          <a:xfrm xmlns:a="http://schemas.openxmlformats.org/drawingml/2006/main">
            <a:off x="1228725" y="3743325"/>
            <a:ext cx="690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Bổ sung đánh giá trước–sau và theo dõi dài hạn.</a:t>
            </a:r>
          </a:p>
        </p:txBody>
      </p:sp>
      <p:sp>
        <p:nvSpPr>
          <p:cNvPr id="12" name="">
            <a:extLst xmlns:a="http://schemas.openxmlformats.org/drawingml/2006/main">
              <a:ext uri="{FF2B5EF4-FFF2-40B4-BE49-F238E27FC236}">
                <a16:creationId xmlns:a16="http://schemas.microsoft.com/office/drawing/2014/main" id="{011F6CD9-5BDB-4913-A800-AB08C3D5E145}"/>
              </a:ext>
            </a:extLst>
          </p:cNvPr>
          <p:cNvSpPr>
            <a:spLocks xmlns:a="http://schemas.openxmlformats.org/drawingml/2006/main" noGrp="1"/>
          </p:cNvSpPr>
          <p:nvPr/>
        </p:nvSpPr>
        <p:spPr>
          <a:xfrm xmlns:a="http://schemas.openxmlformats.org/drawingml/2006/main">
            <a:off x="609600" y="46196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27B29"/>
                </a:solidFill>
              </a:defRPr>
            </a:defPPr>
            <a:lvl1pPr>
              <a:defRPr sz="2025" b="1">
                <a:solidFill>
                  <a:srgbClr val="B27B29"/>
                </a:solidFill>
              </a:defRPr>
            </a:lvl1pPr>
            <a:lvl2pPr>
              <a:defRPr sz="2025" b="1">
                <a:solidFill>
                  <a:srgbClr val="B27B29"/>
                </a:solidFill>
              </a:defRPr>
            </a:lvl2pPr>
            <a:lvl3pPr>
              <a:defRPr sz="2025" b="1">
                <a:solidFill>
                  <a:srgbClr val="B27B29"/>
                </a:solidFill>
              </a:defRPr>
            </a:lvl3pPr>
            <a:lvl4pPr>
              <a:defRPr sz="2025" b="1">
                <a:solidFill>
                  <a:srgbClr val="B27B29"/>
                </a:solidFill>
              </a:defRPr>
            </a:lvl4pPr>
            <a:lvl5pPr>
              <a:defRPr sz="2025" b="1">
                <a:solidFill>
                  <a:srgbClr val="B27B29"/>
                </a:solidFill>
              </a:defRPr>
            </a:lvl5pPr>
            <a:lvl6pPr>
              <a:defRPr sz="2025" b="1">
                <a:solidFill>
                  <a:srgbClr val="B27B29"/>
                </a:solidFill>
              </a:defRPr>
            </a:lvl6pPr>
            <a:lvl7pPr>
              <a:defRPr sz="2025" b="1">
                <a:solidFill>
                  <a:srgbClr val="B27B29"/>
                </a:solidFill>
              </a:defRPr>
            </a:lvl7pPr>
            <a:lvl8pPr>
              <a:defRPr sz="2025" b="1">
                <a:solidFill>
                  <a:srgbClr val="B27B29"/>
                </a:solidFill>
              </a:defRPr>
            </a:lvl8pPr>
            <a:lvl9pPr>
              <a:defRPr sz="2025" b="1">
                <a:solidFill>
                  <a:srgbClr val="B27B29"/>
                </a:solidFill>
              </a:defRPr>
            </a:lvl9pPr>
          </a:lstStyle>
          <a:p xmlns:a="http://schemas.openxmlformats.org/drawingml/2006/main">
            <a:pPr>
              <a:defRPr sz="2025" b="1">
                <a:solidFill>
                  <a:srgbClr val="B27B29"/>
                </a:solidFill>
              </a:defRPr>
            </a:pPr>
            <a:r>
              <a:rPr sz="2025" b="1">
                <a:solidFill>
                  <a:srgbClr val="B27B29"/>
                </a:solidFill>
              </a:rPr>
              <a:t>03</a:t>
            </a:r>
          </a:p>
        </p:txBody>
      </p:sp>
      <p:sp>
        <p:nvSpPr>
          <p:cNvPr id="13" name="">
            <a:extLst xmlns:a="http://schemas.openxmlformats.org/drawingml/2006/main">
              <a:ext uri="{FF2B5EF4-FFF2-40B4-BE49-F238E27FC236}">
                <a16:creationId xmlns:a16="http://schemas.microsoft.com/office/drawing/2014/main" id="{04C98E7E-2E81-45E5-9294-24E3101F74A6}"/>
              </a:ext>
            </a:extLst>
          </p:cNvPr>
          <p:cNvSpPr>
            <a:spLocks xmlns:a="http://schemas.openxmlformats.org/drawingml/2006/main" noGrp="1"/>
          </p:cNvSpPr>
          <p:nvPr/>
        </p:nvSpPr>
        <p:spPr>
          <a:xfrm xmlns:a="http://schemas.openxmlformats.org/drawingml/2006/main">
            <a:off x="1228725" y="4619625"/>
            <a:ext cx="690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3F35"/>
                </a:solidFill>
              </a:defRPr>
            </a:defPPr>
            <a:lvl1pPr>
              <a:defRPr sz="2100" b="1">
                <a:solidFill>
                  <a:srgbClr val="173F35"/>
                </a:solidFill>
              </a:defRPr>
            </a:lvl1pPr>
            <a:lvl2pPr>
              <a:defRPr sz="2100" b="1">
                <a:solidFill>
                  <a:srgbClr val="173F35"/>
                </a:solidFill>
              </a:defRPr>
            </a:lvl2pPr>
            <a:lvl3pPr>
              <a:defRPr sz="2100" b="1">
                <a:solidFill>
                  <a:srgbClr val="173F35"/>
                </a:solidFill>
              </a:defRPr>
            </a:lvl3pPr>
            <a:lvl4pPr>
              <a:defRPr sz="2100" b="1">
                <a:solidFill>
                  <a:srgbClr val="173F35"/>
                </a:solidFill>
              </a:defRPr>
            </a:lvl4pPr>
            <a:lvl5pPr>
              <a:defRPr sz="2100" b="1">
                <a:solidFill>
                  <a:srgbClr val="173F35"/>
                </a:solidFill>
              </a:defRPr>
            </a:lvl5pPr>
            <a:lvl6pPr>
              <a:defRPr sz="2100" b="1">
                <a:solidFill>
                  <a:srgbClr val="173F35"/>
                </a:solidFill>
              </a:defRPr>
            </a:lvl6pPr>
            <a:lvl7pPr>
              <a:defRPr sz="2100" b="1">
                <a:solidFill>
                  <a:srgbClr val="173F35"/>
                </a:solidFill>
              </a:defRPr>
            </a:lvl7pPr>
            <a:lvl8pPr>
              <a:defRPr sz="2100" b="1">
                <a:solidFill>
                  <a:srgbClr val="173F35"/>
                </a:solidFill>
              </a:defRPr>
            </a:lvl8pPr>
            <a:lvl9pPr>
              <a:defRPr sz="2100" b="1">
                <a:solidFill>
                  <a:srgbClr val="173F35"/>
                </a:solidFill>
              </a:defRPr>
            </a:lvl9pPr>
          </a:lstStyle>
          <a:p xmlns:a="http://schemas.openxmlformats.org/drawingml/2006/main">
            <a:pPr>
              <a:defRPr sz="2100" b="1">
                <a:solidFill>
                  <a:srgbClr val="173F35"/>
                </a:solidFill>
              </a:defRPr>
            </a:pPr>
            <a:r>
              <a:rPr sz="2100" b="1">
                <a:solidFill>
                  <a:srgbClr val="173F35"/>
                </a:solidFill>
              </a:rPr>
              <a:t>Chuẩn bị khả năng nhân rộng</a:t>
            </a:r>
          </a:p>
        </p:txBody>
      </p:sp>
      <p:sp>
        <p:nvSpPr>
          <p:cNvPr id="14" name="">
            <a:extLst xmlns:a="http://schemas.openxmlformats.org/drawingml/2006/main">
              <a:ext uri="{FF2B5EF4-FFF2-40B4-BE49-F238E27FC236}">
                <a16:creationId xmlns:a16="http://schemas.microsoft.com/office/drawing/2014/main" id="{11CE7CB7-8219-4F81-9A05-99440C05654C}"/>
              </a:ext>
            </a:extLst>
          </p:cNvPr>
          <p:cNvSpPr>
            <a:spLocks xmlns:a="http://schemas.openxmlformats.org/drawingml/2006/main" noGrp="1"/>
          </p:cNvSpPr>
          <p:nvPr/>
        </p:nvSpPr>
        <p:spPr>
          <a:xfrm xmlns:a="http://schemas.openxmlformats.org/drawingml/2006/main">
            <a:off x="1228725" y="5076825"/>
            <a:ext cx="690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4746C"/>
                </a:solidFill>
              </a:defRPr>
            </a:defPPr>
            <a:lvl1pPr>
              <a:defRPr sz="1725" b="0">
                <a:solidFill>
                  <a:srgbClr val="64746C"/>
                </a:solidFill>
              </a:defRPr>
            </a:lvl1pPr>
            <a:lvl2pPr>
              <a:defRPr sz="1725" b="0">
                <a:solidFill>
                  <a:srgbClr val="64746C"/>
                </a:solidFill>
              </a:defRPr>
            </a:lvl2pPr>
            <a:lvl3pPr>
              <a:defRPr sz="1725" b="0">
                <a:solidFill>
                  <a:srgbClr val="64746C"/>
                </a:solidFill>
              </a:defRPr>
            </a:lvl3pPr>
            <a:lvl4pPr>
              <a:defRPr sz="1725" b="0">
                <a:solidFill>
                  <a:srgbClr val="64746C"/>
                </a:solidFill>
              </a:defRPr>
            </a:lvl4pPr>
            <a:lvl5pPr>
              <a:defRPr sz="1725" b="0">
                <a:solidFill>
                  <a:srgbClr val="64746C"/>
                </a:solidFill>
              </a:defRPr>
            </a:lvl5pPr>
            <a:lvl6pPr>
              <a:defRPr sz="1725" b="0">
                <a:solidFill>
                  <a:srgbClr val="64746C"/>
                </a:solidFill>
              </a:defRPr>
            </a:lvl6pPr>
            <a:lvl7pPr>
              <a:defRPr sz="1725" b="0">
                <a:solidFill>
                  <a:srgbClr val="64746C"/>
                </a:solidFill>
              </a:defRPr>
            </a:lvl7pPr>
            <a:lvl8pPr>
              <a:defRPr sz="1725" b="0">
                <a:solidFill>
                  <a:srgbClr val="64746C"/>
                </a:solidFill>
              </a:defRPr>
            </a:lvl8pPr>
            <a:lvl9pPr>
              <a:defRPr sz="1725" b="0">
                <a:solidFill>
                  <a:srgbClr val="64746C"/>
                </a:solidFill>
              </a:defRPr>
            </a:lvl9pPr>
          </a:lstStyle>
          <a:p xmlns:a="http://schemas.openxmlformats.org/drawingml/2006/main">
            <a:pPr>
              <a:defRPr sz="1725" b="0">
                <a:solidFill>
                  <a:srgbClr val="64746C"/>
                </a:solidFill>
              </a:defRPr>
            </a:pPr>
            <a:r>
              <a:rPr sz="1725" b="0">
                <a:solidFill>
                  <a:srgbClr val="64746C"/>
                </a:solidFill>
              </a:rPr>
              <a:t>Tài liệu hướng dẫn, ngân hàng câu hỏi và quy trình duyệt.</a:t>
            </a:r>
          </a:p>
        </p:txBody>
      </p:sp>
      <p:pic>
        <p:nvPicPr>
          <p:cNvPr id="15" name="">
            <a:extLst xmlns:a="http://schemas.openxmlformats.org/drawingml/2006/main">
              <a:ext uri="{FF2B5EF4-FFF2-40B4-BE49-F238E27FC236}">
                <a16:creationId xmlns:a16="http://schemas.microsoft.com/office/drawing/2014/main" id="{93DABD21-8CD5-4B46-B409-8A67622E41D9}"/>
              </a:ext>
            </a:extLst>
          </p:cNvPr>
          <p:cNvPicPr>
            <a:picLocks xmlns:a="http://schemas.openxmlformats.org/drawingml/2006/main" noChangeAspect="1"/>
          </p:cNvPicPr>
          <p:nvPr/>
        </p:nvPicPr>
        <p:blipFill>
          <a:blip xmlns:r="http://schemas.openxmlformats.org/officeDocument/2006/relationships" xmlns:a="http://schemas.openxmlformats.org/drawingml/2006/main" r:embed="Rfb2de0bee92d40ae"/>
          <a:stretch xmlns:a="http://schemas.openxmlformats.org/drawingml/2006/main"/>
        </p:blipFill>
        <p:spPr>
          <a:xfrm xmlns:a="http://schemas.openxmlformats.org/drawingml/2006/main">
            <a:off x="8953500" y="2352675"/>
            <a:ext cx="2238375"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3EAB6A4-BB7F-4764-A7A6-F778B803F2F5}"/>
              </a:ext>
            </a:extLst>
          </p:cNvPr>
          <p:cNvSpPr>
            <a:spLocks xmlns:a="http://schemas.openxmlformats.org/drawingml/2006/main" noGrp="1"/>
          </p:cNvSpPr>
          <p:nvPr/>
        </p:nvSpPr>
        <p:spPr>
          <a:xfrm xmlns:a="http://schemas.openxmlformats.org/drawingml/2006/main">
            <a:off x="8429625" y="4905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F35"/>
                </a:solidFill>
              </a:defRPr>
            </a:defPPr>
            <a:lvl1pPr>
              <a:defRPr sz="1875" b="1">
                <a:solidFill>
                  <a:srgbClr val="173F35"/>
                </a:solidFill>
              </a:defRPr>
            </a:lvl1pPr>
            <a:lvl2pPr>
              <a:defRPr sz="1875" b="1">
                <a:solidFill>
                  <a:srgbClr val="173F35"/>
                </a:solidFill>
              </a:defRPr>
            </a:lvl2pPr>
            <a:lvl3pPr>
              <a:defRPr sz="1875" b="1">
                <a:solidFill>
                  <a:srgbClr val="173F35"/>
                </a:solidFill>
              </a:defRPr>
            </a:lvl3pPr>
            <a:lvl4pPr>
              <a:defRPr sz="1875" b="1">
                <a:solidFill>
                  <a:srgbClr val="173F35"/>
                </a:solidFill>
              </a:defRPr>
            </a:lvl4pPr>
            <a:lvl5pPr>
              <a:defRPr sz="1875" b="1">
                <a:solidFill>
                  <a:srgbClr val="173F35"/>
                </a:solidFill>
              </a:defRPr>
            </a:lvl5pPr>
            <a:lvl6pPr>
              <a:defRPr sz="1875" b="1">
                <a:solidFill>
                  <a:srgbClr val="173F35"/>
                </a:solidFill>
              </a:defRPr>
            </a:lvl6pPr>
            <a:lvl7pPr>
              <a:defRPr sz="1875" b="1">
                <a:solidFill>
                  <a:srgbClr val="173F35"/>
                </a:solidFill>
              </a:defRPr>
            </a:lvl7pPr>
            <a:lvl8pPr>
              <a:defRPr sz="1875" b="1">
                <a:solidFill>
                  <a:srgbClr val="173F35"/>
                </a:solidFill>
              </a:defRPr>
            </a:lvl8pPr>
            <a:lvl9pPr>
              <a:defRPr sz="1875" b="1">
                <a:solidFill>
                  <a:srgbClr val="173F35"/>
                </a:solidFill>
              </a:defRPr>
            </a:lvl9pPr>
          </a:lstStyle>
          <a:p xmlns:a="http://schemas.openxmlformats.org/drawingml/2006/main">
            <a:pPr>
              <a:defRPr sz="1875" b="1">
                <a:solidFill>
                  <a:srgbClr val="173F35"/>
                </a:solidFill>
              </a:defRPr>
            </a:pPr>
            <a:r>
              <a:rPr sz="1875" b="1">
                <a:solidFill>
                  <a:srgbClr val="173F35"/>
                </a:solidFill>
              </a:rPr>
              <a:t>Trải nghiệm GreenEdu</a:t>
            </a:r>
          </a:p>
        </p:txBody>
      </p:sp>
      <p:sp>
        <p:nvSpPr>
          <p:cNvPr id="17" name="">
            <a:extLst xmlns:a="http://schemas.openxmlformats.org/drawingml/2006/main">
              <a:ext uri="{FF2B5EF4-FFF2-40B4-BE49-F238E27FC236}">
                <a16:creationId xmlns:a16="http://schemas.microsoft.com/office/drawing/2014/main" id="{CADD1247-D4D9-4CA5-8365-A37495F9EA1F}"/>
              </a:ext>
            </a:extLst>
          </p:cNvPr>
          <p:cNvSpPr>
            <a:spLocks xmlns:a="http://schemas.openxmlformats.org/drawingml/2006/main" noGrp="1"/>
          </p:cNvSpPr>
          <p:nvPr/>
        </p:nvSpPr>
        <p:spPr>
          <a:xfrm xmlns:a="http://schemas.openxmlformats.org/drawingml/2006/main">
            <a:off x="8334375" y="53530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64746C"/>
                </a:solidFill>
              </a:defRPr>
            </a:defPPr>
            <a:lvl1pPr>
              <a:defRPr sz="1500" b="0">
                <a:solidFill>
                  <a:srgbClr val="64746C"/>
                </a:solidFill>
              </a:defRPr>
            </a:lvl1pPr>
            <a:lvl2pPr>
              <a:defRPr sz="1500" b="0">
                <a:solidFill>
                  <a:srgbClr val="64746C"/>
                </a:solidFill>
              </a:defRPr>
            </a:lvl2pPr>
            <a:lvl3pPr>
              <a:defRPr sz="1500" b="0">
                <a:solidFill>
                  <a:srgbClr val="64746C"/>
                </a:solidFill>
              </a:defRPr>
            </a:lvl3pPr>
            <a:lvl4pPr>
              <a:defRPr sz="1500" b="0">
                <a:solidFill>
                  <a:srgbClr val="64746C"/>
                </a:solidFill>
              </a:defRPr>
            </a:lvl4pPr>
            <a:lvl5pPr>
              <a:defRPr sz="1500" b="0">
                <a:solidFill>
                  <a:srgbClr val="64746C"/>
                </a:solidFill>
              </a:defRPr>
            </a:lvl5pPr>
            <a:lvl6pPr>
              <a:defRPr sz="1500" b="0">
                <a:solidFill>
                  <a:srgbClr val="64746C"/>
                </a:solidFill>
              </a:defRPr>
            </a:lvl6pPr>
            <a:lvl7pPr>
              <a:defRPr sz="1500" b="0">
                <a:solidFill>
                  <a:srgbClr val="64746C"/>
                </a:solidFill>
              </a:defRPr>
            </a:lvl7pPr>
            <a:lvl8pPr>
              <a:defRPr sz="1500" b="0">
                <a:solidFill>
                  <a:srgbClr val="64746C"/>
                </a:solidFill>
              </a:defRPr>
            </a:lvl8pPr>
            <a:lvl9pPr>
              <a:defRPr sz="1500" b="0">
                <a:solidFill>
                  <a:srgbClr val="64746C"/>
                </a:solidFill>
              </a:defRPr>
            </a:lvl9pPr>
          </a:lstStyle>
          <a:p xmlns:a="http://schemas.openxmlformats.org/drawingml/2006/main">
            <a:pPr>
              <a:defRPr sz="1500" b="0">
                <a:solidFill>
                  <a:srgbClr val="64746C"/>
                </a:solidFill>
              </a:defRPr>
            </a:pPr>
            <a:r>
              <a:rPr sz="1500" b="0">
                <a:solidFill>
                  <a:srgbClr val="64746C"/>
                </a:solidFill>
              </a:rPr>
              <a:t>greenedu.up.railway.app</a:t>
            </a:r>
          </a:p>
        </p:txBody>
      </p:sp>
    </p:spTree>
    <p:extLst>
      <p:ext uri="{BB962C8B-B14F-4D97-AF65-F5344CB8AC3E}">
        <p14:creationId xmlns:p14="http://schemas.microsoft.com/office/powerpoint/2010/main" val="18569579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2026-10-23T06:31:19.4030000Z</dcterms:created>
  <dcterms:modified xsi:type="dcterms:W3CDTF">2026-10-23T06:31:19.4030000Z</dcterms:modified>
</coreProperties>
</file>